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5240000" cy="1066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7AB"/>
    <a:srgbClr val="FEBA74"/>
    <a:srgbClr val="E5E7EC"/>
    <a:srgbClr val="60A5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2"/>
    <p:restoredTop sz="94670"/>
  </p:normalViewPr>
  <p:slideViewPr>
    <p:cSldViewPr snapToGrid="0">
      <p:cViewPr>
        <p:scale>
          <a:sx n="60" d="100"/>
          <a:sy n="60" d="100"/>
        </p:scale>
        <p:origin x="111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[Sources]\nSemi-realistic entity assets were generated from the user-provided SAGIN style reference and converted into project-local transparent PNG cutouts. The background, trajectories, coverage cones, queues, and links are editable PowerPoint shapes. The diagram represents the paper's GU--UAV--LEO multi-stage task scheduling model; it does not introduce a terrestrial BS service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[Sources]\nAll asset cutouts are generated project assets stored under docs/paper/figure_sources/system_model/assets_20260817/ for PowerPoint-level reuse.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12.pn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BG_air_layer">
            <a:extLst>
              <a:ext uri="{FF2B5EF4-FFF2-40B4-BE49-F238E27FC236}">
                <a16:creationId xmlns:a16="http://schemas.microsoft.com/office/drawing/2014/main" id="{CCF3ACD3-3211-09A9-9BB2-43C2180895F9}"/>
              </a:ext>
            </a:extLst>
          </p:cNvPr>
          <p:cNvSpPr>
            <a:spLocks noGrp="1"/>
          </p:cNvSpPr>
          <p:nvPr/>
        </p:nvSpPr>
        <p:spPr>
          <a:xfrm>
            <a:off x="0" y="3570061"/>
            <a:ext cx="15240000" cy="2714625"/>
          </a:xfrm>
          <a:prstGeom prst="rect">
            <a:avLst/>
          </a:prstGeom>
          <a:gradFill>
            <a:gsLst>
              <a:gs pos="0">
                <a:srgbClr val="E5F6FF"/>
              </a:gs>
              <a:gs pos="100000">
                <a:srgbClr val="F5FBFF"/>
              </a:gs>
            </a:gsLst>
            <a:lin ang="10800000"/>
          </a:gradFill>
          <a:ln w="0">
            <a:noFill/>
            <a:prstDash val="solid"/>
          </a:ln>
        </p:spPr>
      </p:sp>
      <p:sp>
        <p:nvSpPr>
          <p:cNvPr id="48" name="BG_ground_layer">
            <a:extLst>
              <a:ext uri="{FF2B5EF4-FFF2-40B4-BE49-F238E27FC236}">
                <a16:creationId xmlns:a16="http://schemas.microsoft.com/office/drawing/2014/main" id="{F8AD7F4A-2A34-49EF-BF25-DD9B81F9F7CA}"/>
              </a:ext>
            </a:extLst>
          </p:cNvPr>
          <p:cNvSpPr>
            <a:spLocks noGrp="1"/>
          </p:cNvSpPr>
          <p:nvPr/>
        </p:nvSpPr>
        <p:spPr>
          <a:xfrm>
            <a:off x="0" y="6286500"/>
            <a:ext cx="15240000" cy="4381500"/>
          </a:xfrm>
          <a:prstGeom prst="rect">
            <a:avLst/>
          </a:prstGeom>
          <a:gradFill>
            <a:gsLst>
              <a:gs pos="0">
                <a:srgbClr val="F7F9D8"/>
              </a:gs>
              <a:gs pos="55000">
                <a:srgbClr val="EDF7D8"/>
              </a:gs>
              <a:gs pos="100000">
                <a:srgbClr val="E3F0C5"/>
              </a:gs>
            </a:gsLst>
            <a:lin ang="10800000"/>
          </a:gradFill>
          <a:ln w="0">
            <a:noFill/>
            <a:prstDash val="solid"/>
          </a:ln>
        </p:spPr>
      </p:sp>
      <p:sp>
        <p:nvSpPr>
          <p:cNvPr id="156" name="三角形 155">
            <a:extLst>
              <a:ext uri="{FF2B5EF4-FFF2-40B4-BE49-F238E27FC236}">
                <a16:creationId xmlns:a16="http://schemas.microsoft.com/office/drawing/2014/main" id="{4B25458F-9FFC-B149-F137-C155C23BB974}"/>
              </a:ext>
            </a:extLst>
          </p:cNvPr>
          <p:cNvSpPr/>
          <p:nvPr/>
        </p:nvSpPr>
        <p:spPr>
          <a:xfrm>
            <a:off x="4664826" y="5067300"/>
            <a:ext cx="2948203" cy="2977219"/>
          </a:xfrm>
          <a:prstGeom prst="triangle">
            <a:avLst>
              <a:gd name="adj" fmla="val 30867"/>
            </a:avLst>
          </a:prstGeom>
          <a:solidFill>
            <a:srgbClr val="60A5FA">
              <a:alpha val="1568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三角形 156">
            <a:extLst>
              <a:ext uri="{FF2B5EF4-FFF2-40B4-BE49-F238E27FC236}">
                <a16:creationId xmlns:a16="http://schemas.microsoft.com/office/drawing/2014/main" id="{E4EDEBE2-3537-594C-EBA0-D7A93CFE4B20}"/>
              </a:ext>
            </a:extLst>
          </p:cNvPr>
          <p:cNvSpPr/>
          <p:nvPr/>
        </p:nvSpPr>
        <p:spPr>
          <a:xfrm>
            <a:off x="7380407" y="5128000"/>
            <a:ext cx="3240209" cy="3054641"/>
          </a:xfrm>
          <a:prstGeom prst="triangle">
            <a:avLst>
              <a:gd name="adj" fmla="val 69180"/>
            </a:avLst>
          </a:prstGeom>
          <a:solidFill>
            <a:srgbClr val="60A5FA">
              <a:alpha val="1568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COVERAGE_footprint_uav_1">
            <a:extLst>
              <a:ext uri="{FF2B5EF4-FFF2-40B4-BE49-F238E27FC236}">
                <a16:creationId xmlns:a16="http://schemas.microsoft.com/office/drawing/2014/main" id="{1ECA946F-AF5F-9275-1814-5E74434B6717}"/>
              </a:ext>
            </a:extLst>
          </p:cNvPr>
          <p:cNvSpPr>
            <a:spLocks noGrp="1"/>
          </p:cNvSpPr>
          <p:nvPr/>
        </p:nvSpPr>
        <p:spPr>
          <a:xfrm>
            <a:off x="4650845" y="7520664"/>
            <a:ext cx="2991672" cy="976316"/>
          </a:xfrm>
          <a:prstGeom prst="ellipse">
            <a:avLst/>
          </a:prstGeom>
          <a:solidFill>
            <a:srgbClr val="FFFFFF">
              <a:alpha val="0"/>
            </a:srgbClr>
          </a:solidFill>
          <a:ln w="13811">
            <a:solidFill>
              <a:srgbClr val="60A5FA"/>
            </a:solidFill>
            <a:prstDash val="dash"/>
          </a:ln>
        </p:spPr>
      </p:sp>
      <p:sp>
        <p:nvSpPr>
          <p:cNvPr id="159" name="COVERAGE_footprint_uav_1">
            <a:extLst>
              <a:ext uri="{FF2B5EF4-FFF2-40B4-BE49-F238E27FC236}">
                <a16:creationId xmlns:a16="http://schemas.microsoft.com/office/drawing/2014/main" id="{A2AEC343-0908-29F5-F0CF-EDCE7E787092}"/>
              </a:ext>
            </a:extLst>
          </p:cNvPr>
          <p:cNvSpPr>
            <a:spLocks noGrp="1"/>
          </p:cNvSpPr>
          <p:nvPr/>
        </p:nvSpPr>
        <p:spPr>
          <a:xfrm>
            <a:off x="7426164" y="7651473"/>
            <a:ext cx="3134552" cy="976316"/>
          </a:xfrm>
          <a:prstGeom prst="ellipse">
            <a:avLst/>
          </a:prstGeom>
          <a:solidFill>
            <a:srgbClr val="FFFFFF">
              <a:alpha val="0"/>
            </a:srgbClr>
          </a:solidFill>
          <a:ln w="13811">
            <a:solidFill>
              <a:srgbClr val="60A5FA"/>
            </a:solidFill>
            <a:prstDash val="dash"/>
          </a:ln>
        </p:spPr>
      </p:sp>
      <p:sp>
        <p:nvSpPr>
          <p:cNvPr id="67" name="三角形 66">
            <a:extLst>
              <a:ext uri="{FF2B5EF4-FFF2-40B4-BE49-F238E27FC236}">
                <a16:creationId xmlns:a16="http://schemas.microsoft.com/office/drawing/2014/main" id="{D5653A4B-0C91-C316-D78B-5BACAB7606A4}"/>
              </a:ext>
            </a:extLst>
          </p:cNvPr>
          <p:cNvSpPr/>
          <p:nvPr/>
        </p:nvSpPr>
        <p:spPr>
          <a:xfrm>
            <a:off x="4905630" y="5067300"/>
            <a:ext cx="4722495" cy="4285903"/>
          </a:xfrm>
          <a:prstGeom prst="triangle">
            <a:avLst>
              <a:gd name="adj" fmla="val 57452"/>
            </a:avLst>
          </a:prstGeom>
          <a:solidFill>
            <a:srgbClr val="60A5FA">
              <a:alpha val="1568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三角形 69">
            <a:extLst>
              <a:ext uri="{FF2B5EF4-FFF2-40B4-BE49-F238E27FC236}">
                <a16:creationId xmlns:a16="http://schemas.microsoft.com/office/drawing/2014/main" id="{16AB8E3B-84EB-6B7E-8E84-81661CE60EDE}"/>
              </a:ext>
            </a:extLst>
          </p:cNvPr>
          <p:cNvSpPr/>
          <p:nvPr/>
        </p:nvSpPr>
        <p:spPr>
          <a:xfrm>
            <a:off x="1495425" y="5422701"/>
            <a:ext cx="4722495" cy="3671678"/>
          </a:xfrm>
          <a:prstGeom prst="triangle">
            <a:avLst>
              <a:gd name="adj" fmla="val 40800"/>
            </a:avLst>
          </a:prstGeom>
          <a:solidFill>
            <a:srgbClr val="60A5FA">
              <a:alpha val="1568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三角形 97">
            <a:extLst>
              <a:ext uri="{FF2B5EF4-FFF2-40B4-BE49-F238E27FC236}">
                <a16:creationId xmlns:a16="http://schemas.microsoft.com/office/drawing/2014/main" id="{2FEB288C-CD22-7DA6-5C80-9382081B5138}"/>
              </a:ext>
            </a:extLst>
          </p:cNvPr>
          <p:cNvSpPr/>
          <p:nvPr/>
        </p:nvSpPr>
        <p:spPr>
          <a:xfrm>
            <a:off x="9356535" y="5343525"/>
            <a:ext cx="4722495" cy="3671678"/>
          </a:xfrm>
          <a:prstGeom prst="triangle">
            <a:avLst>
              <a:gd name="adj" fmla="val 48545"/>
            </a:avLst>
          </a:prstGeom>
          <a:solidFill>
            <a:srgbClr val="60A5FA">
              <a:alpha val="1568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COVERAGE_footprint_uav_1">
            <a:extLst>
              <a:ext uri="{FF2B5EF4-FFF2-40B4-BE49-F238E27FC236}">
                <a16:creationId xmlns:a16="http://schemas.microsoft.com/office/drawing/2014/main" id="{B1E61EB3-4712-4CA7-9CF4-374D02871721}"/>
              </a:ext>
            </a:extLst>
          </p:cNvPr>
          <p:cNvSpPr>
            <a:spLocks noGrp="1"/>
          </p:cNvSpPr>
          <p:nvPr/>
        </p:nvSpPr>
        <p:spPr>
          <a:xfrm>
            <a:off x="1524000" y="8228776"/>
            <a:ext cx="4550155" cy="1557976"/>
          </a:xfrm>
          <a:prstGeom prst="ellipse">
            <a:avLst/>
          </a:prstGeom>
          <a:solidFill>
            <a:srgbClr val="FFFFFF">
              <a:alpha val="0"/>
            </a:srgbClr>
          </a:solidFill>
          <a:ln w="13811">
            <a:solidFill>
              <a:srgbClr val="60A5FA"/>
            </a:solidFill>
            <a:prstDash val="dash"/>
          </a:ln>
        </p:spPr>
      </p:sp>
      <p:sp>
        <p:nvSpPr>
          <p:cNvPr id="94" name="COVERAGE_footprint_uav_1">
            <a:extLst>
              <a:ext uri="{FF2B5EF4-FFF2-40B4-BE49-F238E27FC236}">
                <a16:creationId xmlns:a16="http://schemas.microsoft.com/office/drawing/2014/main" id="{43ACABD6-EC7D-9CDF-ACCC-E3768D5B1171}"/>
              </a:ext>
            </a:extLst>
          </p:cNvPr>
          <p:cNvSpPr>
            <a:spLocks noGrp="1"/>
          </p:cNvSpPr>
          <p:nvPr/>
        </p:nvSpPr>
        <p:spPr>
          <a:xfrm>
            <a:off x="9440673" y="8193834"/>
            <a:ext cx="4550155" cy="1557976"/>
          </a:xfrm>
          <a:prstGeom prst="ellipse">
            <a:avLst/>
          </a:prstGeom>
          <a:solidFill>
            <a:srgbClr val="FFFFFF">
              <a:alpha val="0"/>
            </a:srgbClr>
          </a:solidFill>
          <a:ln w="13811">
            <a:solidFill>
              <a:srgbClr val="60A5FA"/>
            </a:solidFill>
            <a:prstDash val="dash"/>
          </a:ln>
        </p:spPr>
      </p:sp>
      <p:sp>
        <p:nvSpPr>
          <p:cNvPr id="97" name="COVERAGE_footprint_uav_1">
            <a:extLst>
              <a:ext uri="{FF2B5EF4-FFF2-40B4-BE49-F238E27FC236}">
                <a16:creationId xmlns:a16="http://schemas.microsoft.com/office/drawing/2014/main" id="{BDC46FF2-0B2C-9D5C-C60E-C2A0CA41F0C2}"/>
              </a:ext>
            </a:extLst>
          </p:cNvPr>
          <p:cNvSpPr>
            <a:spLocks noGrp="1"/>
          </p:cNvSpPr>
          <p:nvPr/>
        </p:nvSpPr>
        <p:spPr>
          <a:xfrm>
            <a:off x="4963922" y="8514764"/>
            <a:ext cx="4550155" cy="1557976"/>
          </a:xfrm>
          <a:prstGeom prst="ellipse">
            <a:avLst/>
          </a:prstGeom>
          <a:solidFill>
            <a:srgbClr val="FFFFFF">
              <a:alpha val="0"/>
            </a:srgbClr>
          </a:solidFill>
          <a:ln w="13811">
            <a:solidFill>
              <a:srgbClr val="60A5FA"/>
            </a:solidFill>
            <a:prstDash val="dash"/>
          </a:ln>
        </p:spPr>
      </p:sp>
      <p:pic>
        <p:nvPicPr>
          <p:cNvPr id="172" name="LEGEND_img_LE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68985" y="197930"/>
            <a:ext cx="559607" cy="495300"/>
          </a:xfrm>
          <a:prstGeom prst="rect">
            <a:avLst/>
          </a:prstGeom>
        </p:spPr>
      </p:pic>
      <p:sp>
        <p:nvSpPr>
          <p:cNvPr id="3" name="LEGEND_label_LEO">
            <a:extLst>
              <a:ext uri="{FF2B5EF4-FFF2-40B4-BE49-F238E27FC236}">
                <a16:creationId xmlns:a16="http://schemas.microsoft.com/office/drawing/2014/main" id="{4534CC65-3697-480E-825A-10444BD69539}"/>
              </a:ext>
            </a:extLst>
          </p:cNvPr>
          <p:cNvSpPr>
            <a:spLocks noGrp="1"/>
          </p:cNvSpPr>
          <p:nvPr/>
        </p:nvSpPr>
        <p:spPr>
          <a:xfrm>
            <a:off x="3856672" y="630483"/>
            <a:ext cx="1627923" cy="3673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11827"/>
                </a:solidFill>
              </a:defRPr>
            </a:pPr>
            <a:r>
              <a:rPr sz="2000" b="1" i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LEO</a:t>
            </a:r>
            <a:r>
              <a:rPr lang="en-US" sz="2000" b="1" i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satellite</a:t>
            </a:r>
            <a:endParaRPr sz="2000" b="1" i="0" dirty="0">
              <a:solidFill>
                <a:srgbClr val="1118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" name="LEGEND_img_UAV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13291" y="258851"/>
            <a:ext cx="590550" cy="415686"/>
          </a:xfrm>
          <a:prstGeom prst="rect">
            <a:avLst/>
          </a:prstGeom>
        </p:spPr>
      </p:pic>
      <p:sp>
        <p:nvSpPr>
          <p:cNvPr id="5" name="LEGEND_label_UAV">
            <a:extLst>
              <a:ext uri="{FF2B5EF4-FFF2-40B4-BE49-F238E27FC236}">
                <a16:creationId xmlns:a16="http://schemas.microsoft.com/office/drawing/2014/main" id="{9604D8AC-E550-4998-80E8-78852C5D6735}"/>
              </a:ext>
            </a:extLst>
          </p:cNvPr>
          <p:cNvSpPr>
            <a:spLocks noGrp="1"/>
          </p:cNvSpPr>
          <p:nvPr/>
        </p:nvSpPr>
        <p:spPr>
          <a:xfrm>
            <a:off x="5700252" y="644394"/>
            <a:ext cx="836662" cy="3982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11827"/>
                </a:solidFill>
              </a:defRPr>
            </a:pPr>
            <a:r>
              <a:rPr sz="2000" b="1" i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UAV</a:t>
            </a:r>
          </a:p>
        </p:txBody>
      </p:sp>
      <p:pic>
        <p:nvPicPr>
          <p:cNvPr id="176" name="LEGEND_img_Terminal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124295" y="137754"/>
            <a:ext cx="383727" cy="590550"/>
          </a:xfrm>
          <a:prstGeom prst="rect">
            <a:avLst/>
          </a:prstGeom>
        </p:spPr>
      </p:pic>
      <p:sp>
        <p:nvSpPr>
          <p:cNvPr id="7" name="LEGEND_label_Terminal">
            <a:extLst>
              <a:ext uri="{FF2B5EF4-FFF2-40B4-BE49-F238E27FC236}">
                <a16:creationId xmlns:a16="http://schemas.microsoft.com/office/drawing/2014/main" id="{69581595-A155-48D3-B842-B6AEFBA16791}"/>
              </a:ext>
            </a:extLst>
          </p:cNvPr>
          <p:cNvSpPr>
            <a:spLocks noGrp="1"/>
          </p:cNvSpPr>
          <p:nvPr/>
        </p:nvSpPr>
        <p:spPr>
          <a:xfrm>
            <a:off x="6682073" y="636931"/>
            <a:ext cx="1494315" cy="2304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11827"/>
                </a:solidFill>
              </a:defRPr>
            </a:pPr>
            <a:r>
              <a:rPr sz="2000" b="1" i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Terminal</a:t>
            </a:r>
          </a:p>
        </p:txBody>
      </p:sp>
      <p:pic>
        <p:nvPicPr>
          <p:cNvPr id="178" name="LEGEND_img_Mobile_device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774493" y="220365"/>
            <a:ext cx="590550" cy="494937"/>
          </a:xfrm>
          <a:prstGeom prst="rect">
            <a:avLst/>
          </a:prstGeom>
        </p:spPr>
      </p:pic>
      <p:sp>
        <p:nvSpPr>
          <p:cNvPr id="9" name="LEGEND_label_Mobile_device">
            <a:extLst>
              <a:ext uri="{FF2B5EF4-FFF2-40B4-BE49-F238E27FC236}">
                <a16:creationId xmlns:a16="http://schemas.microsoft.com/office/drawing/2014/main" id="{4CA965EE-6B7E-45D8-AA72-5C7A2EF7B9D3}"/>
              </a:ext>
            </a:extLst>
          </p:cNvPr>
          <p:cNvSpPr>
            <a:spLocks noGrp="1"/>
          </p:cNvSpPr>
          <p:nvPr/>
        </p:nvSpPr>
        <p:spPr>
          <a:xfrm>
            <a:off x="8254402" y="647518"/>
            <a:ext cx="2070998" cy="3937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11827"/>
                </a:solidFill>
              </a:defRPr>
            </a:pPr>
            <a:r>
              <a:rPr sz="2000" b="1" i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device</a:t>
            </a:r>
          </a:p>
        </p:txBody>
      </p:sp>
      <p:pic>
        <p:nvPicPr>
          <p:cNvPr id="180" name="LEGEND_img_Task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0293730" y="266983"/>
            <a:ext cx="367539" cy="419100"/>
          </a:xfrm>
          <a:prstGeom prst="rect">
            <a:avLst/>
          </a:prstGeom>
        </p:spPr>
      </p:pic>
      <p:sp>
        <p:nvSpPr>
          <p:cNvPr id="11" name="LEGEND_label_Task">
            <a:extLst>
              <a:ext uri="{FF2B5EF4-FFF2-40B4-BE49-F238E27FC236}">
                <a16:creationId xmlns:a16="http://schemas.microsoft.com/office/drawing/2014/main" id="{91B4DA39-8804-4CD0-828E-BA1D6C5496BA}"/>
              </a:ext>
            </a:extLst>
          </p:cNvPr>
          <p:cNvSpPr>
            <a:spLocks noGrp="1"/>
          </p:cNvSpPr>
          <p:nvPr/>
        </p:nvSpPr>
        <p:spPr>
          <a:xfrm>
            <a:off x="10098108" y="658699"/>
            <a:ext cx="760713" cy="2063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11827"/>
                </a:solidFill>
              </a:defRPr>
            </a:pPr>
            <a:r>
              <a:rPr sz="2000" b="1" i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</a:p>
        </p:txBody>
      </p:sp>
      <p:sp>
        <p:nvSpPr>
          <p:cNvPr id="14" name="LEGEND_access_line">
            <a:extLst>
              <a:ext uri="{FF2B5EF4-FFF2-40B4-BE49-F238E27FC236}">
                <a16:creationId xmlns:a16="http://schemas.microsoft.com/office/drawing/2014/main" id="{1D2DA89F-5DBE-4495-AEF8-7C1C62D10DF5}"/>
              </a:ext>
            </a:extLst>
          </p:cNvPr>
          <p:cNvSpPr>
            <a:spLocks noGrp="1"/>
          </p:cNvSpPr>
          <p:nvPr/>
        </p:nvSpPr>
        <p:spPr>
          <a:xfrm>
            <a:off x="742950" y="857250"/>
            <a:ext cx="552450" cy="76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5" name="LEGEND_access_head">
            <a:extLst>
              <a:ext uri="{FF2B5EF4-FFF2-40B4-BE49-F238E27FC236}">
                <a16:creationId xmlns:a16="http://schemas.microsoft.com/office/drawing/2014/main" id="{5DD7DEFE-F147-495F-B486-F311887AE7FD}"/>
              </a:ext>
            </a:extLst>
          </p:cNvPr>
          <p:cNvSpPr>
            <a:spLocks noGrp="1"/>
          </p:cNvSpPr>
          <p:nvPr/>
        </p:nvSpPr>
        <p:spPr>
          <a:xfrm>
            <a:off x="1162050" y="771525"/>
            <a:ext cx="266700" cy="247650"/>
          </a:xfrm>
          <a:prstGeom prst="rightArrow">
            <a:avLst>
              <a:gd name="adj1" fmla="val 30395"/>
              <a:gd name="adj2" fmla="val 50000"/>
            </a:avLst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6" name="LEGEND_access_text">
            <a:extLst>
              <a:ext uri="{FF2B5EF4-FFF2-40B4-BE49-F238E27FC236}">
                <a16:creationId xmlns:a16="http://schemas.microsoft.com/office/drawing/2014/main" id="{9C695C94-0020-4FE7-A3C0-FBFF03BFFDAF}"/>
              </a:ext>
            </a:extLst>
          </p:cNvPr>
          <p:cNvSpPr>
            <a:spLocks noGrp="1"/>
          </p:cNvSpPr>
          <p:nvPr/>
        </p:nvSpPr>
        <p:spPr>
          <a:xfrm>
            <a:off x="1506764" y="700989"/>
            <a:ext cx="1722211" cy="323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11827"/>
                </a:solidFill>
              </a:defRPr>
            </a:pPr>
            <a:r>
              <a:rPr sz="2000" b="1" i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link</a:t>
            </a:r>
          </a:p>
        </p:txBody>
      </p:sp>
      <p:sp>
        <p:nvSpPr>
          <p:cNvPr id="17" name="LEGEND_backhaul_line">
            <a:extLst>
              <a:ext uri="{FF2B5EF4-FFF2-40B4-BE49-F238E27FC236}">
                <a16:creationId xmlns:a16="http://schemas.microsoft.com/office/drawing/2014/main" id="{336B62F2-A017-424A-A627-4CE85BC20920}"/>
              </a:ext>
            </a:extLst>
          </p:cNvPr>
          <p:cNvSpPr>
            <a:spLocks noGrp="1"/>
          </p:cNvSpPr>
          <p:nvPr/>
        </p:nvSpPr>
        <p:spPr>
          <a:xfrm>
            <a:off x="744815" y="384519"/>
            <a:ext cx="552450" cy="76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0">
            <a:noFill/>
            <a:prstDash val="solid"/>
          </a:ln>
        </p:spPr>
      </p:sp>
      <p:sp>
        <p:nvSpPr>
          <p:cNvPr id="18" name="LEGEND_backhaul_head">
            <a:extLst>
              <a:ext uri="{FF2B5EF4-FFF2-40B4-BE49-F238E27FC236}">
                <a16:creationId xmlns:a16="http://schemas.microsoft.com/office/drawing/2014/main" id="{C4157EDB-36EC-49C1-ABD3-ACF540D25056}"/>
              </a:ext>
            </a:extLst>
          </p:cNvPr>
          <p:cNvSpPr>
            <a:spLocks noGrp="1"/>
          </p:cNvSpPr>
          <p:nvPr/>
        </p:nvSpPr>
        <p:spPr>
          <a:xfrm>
            <a:off x="1163915" y="298794"/>
            <a:ext cx="266700" cy="247650"/>
          </a:xfrm>
          <a:prstGeom prst="rightArrow">
            <a:avLst>
              <a:gd name="adj1" fmla="val 30395"/>
              <a:gd name="adj2" fmla="val 50000"/>
            </a:avLst>
          </a:prstGeom>
          <a:solidFill>
            <a:srgbClr val="3B82F6"/>
          </a:solidFill>
          <a:ln w="0">
            <a:noFill/>
            <a:prstDash val="solid"/>
          </a:ln>
        </p:spPr>
      </p:sp>
      <p:sp>
        <p:nvSpPr>
          <p:cNvPr id="19" name="LEGEND_backhaul_text">
            <a:extLst>
              <a:ext uri="{FF2B5EF4-FFF2-40B4-BE49-F238E27FC236}">
                <a16:creationId xmlns:a16="http://schemas.microsoft.com/office/drawing/2014/main" id="{BA561B2D-4888-4089-BCBA-919E15A0D5A5}"/>
              </a:ext>
            </a:extLst>
          </p:cNvPr>
          <p:cNvSpPr>
            <a:spLocks noGrp="1"/>
          </p:cNvSpPr>
          <p:nvPr/>
        </p:nvSpPr>
        <p:spPr>
          <a:xfrm>
            <a:off x="1525865" y="210839"/>
            <a:ext cx="1785206" cy="3935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111827"/>
                </a:solidFill>
              </a:defRPr>
            </a:pPr>
            <a:r>
              <a:rPr lang="en-US" sz="20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b="1" i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ackhaul</a:t>
            </a:r>
            <a:r>
              <a:rPr lang="en-US" sz="2000" b="1" i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sz="2000" b="1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  <a:endParaRPr sz="2000" b="1" i="0" dirty="0">
              <a:solidFill>
                <a:srgbClr val="1118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LEGEND_queue_gu_queue_cell_1">
            <a:extLst>
              <a:ext uri="{FF2B5EF4-FFF2-40B4-BE49-F238E27FC236}">
                <a16:creationId xmlns:a16="http://schemas.microsoft.com/office/drawing/2014/main" id="{AF8AA5BF-D5E5-4A17-8FD7-10A58475E033}"/>
              </a:ext>
            </a:extLst>
          </p:cNvPr>
          <p:cNvSpPr>
            <a:spLocks noGrp="1"/>
          </p:cNvSpPr>
          <p:nvPr/>
        </p:nvSpPr>
        <p:spPr>
          <a:xfrm>
            <a:off x="11565666" y="717578"/>
            <a:ext cx="94298" cy="75438"/>
          </a:xfrm>
          <a:prstGeom prst="roundRect">
            <a:avLst>
              <a:gd name="adj" fmla="val 2525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31" name="LEGEND_queue_gu_queue_cell_2">
            <a:extLst>
              <a:ext uri="{FF2B5EF4-FFF2-40B4-BE49-F238E27FC236}">
                <a16:creationId xmlns:a16="http://schemas.microsoft.com/office/drawing/2014/main" id="{6F2FB420-409C-4E36-85E7-6658FF357052}"/>
              </a:ext>
            </a:extLst>
          </p:cNvPr>
          <p:cNvSpPr>
            <a:spLocks noGrp="1"/>
          </p:cNvSpPr>
          <p:nvPr/>
        </p:nvSpPr>
        <p:spPr>
          <a:xfrm>
            <a:off x="11565666" y="623281"/>
            <a:ext cx="94298" cy="75438"/>
          </a:xfrm>
          <a:prstGeom prst="roundRect">
            <a:avLst>
              <a:gd name="adj" fmla="val 25253"/>
            </a:avLst>
          </a:prstGeom>
          <a:solidFill>
            <a:srgbClr val="FED7AA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32" name="LEGEND_queue_gu_queue_cell_3">
            <a:extLst>
              <a:ext uri="{FF2B5EF4-FFF2-40B4-BE49-F238E27FC236}">
                <a16:creationId xmlns:a16="http://schemas.microsoft.com/office/drawing/2014/main" id="{50219D63-91A5-45CC-9E38-19C6E52CBAD5}"/>
              </a:ext>
            </a:extLst>
          </p:cNvPr>
          <p:cNvSpPr>
            <a:spLocks noGrp="1"/>
          </p:cNvSpPr>
          <p:nvPr/>
        </p:nvSpPr>
        <p:spPr>
          <a:xfrm>
            <a:off x="11565666" y="528983"/>
            <a:ext cx="94298" cy="75438"/>
          </a:xfrm>
          <a:prstGeom prst="roundRect">
            <a:avLst>
              <a:gd name="adj" fmla="val 25253"/>
            </a:avLst>
          </a:prstGeom>
          <a:solidFill>
            <a:srgbClr val="FDBA74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33" name="LEGEND_queue_gu_queue_cell_4">
            <a:extLst>
              <a:ext uri="{FF2B5EF4-FFF2-40B4-BE49-F238E27FC236}">
                <a16:creationId xmlns:a16="http://schemas.microsoft.com/office/drawing/2014/main" id="{F5296D07-A06F-404D-A5B8-D553D4DE08E7}"/>
              </a:ext>
            </a:extLst>
          </p:cNvPr>
          <p:cNvSpPr>
            <a:spLocks noGrp="1"/>
          </p:cNvSpPr>
          <p:nvPr/>
        </p:nvSpPr>
        <p:spPr>
          <a:xfrm>
            <a:off x="11565666" y="434686"/>
            <a:ext cx="94298" cy="75438"/>
          </a:xfrm>
          <a:prstGeom prst="roundRect">
            <a:avLst>
              <a:gd name="adj" fmla="val 25253"/>
            </a:avLst>
          </a:prstGeom>
          <a:solidFill>
            <a:srgbClr val="FB923C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34" name="LEGEND_queue_gu_queue_cell_5">
            <a:extLst>
              <a:ext uri="{FF2B5EF4-FFF2-40B4-BE49-F238E27FC236}">
                <a16:creationId xmlns:a16="http://schemas.microsoft.com/office/drawing/2014/main" id="{E1E13FD6-E147-49F7-AF24-EB2643BB7011}"/>
              </a:ext>
            </a:extLst>
          </p:cNvPr>
          <p:cNvSpPr>
            <a:spLocks noGrp="1"/>
          </p:cNvSpPr>
          <p:nvPr/>
        </p:nvSpPr>
        <p:spPr>
          <a:xfrm>
            <a:off x="11565666" y="340388"/>
            <a:ext cx="94298" cy="75438"/>
          </a:xfrm>
          <a:prstGeom prst="roundRect">
            <a:avLst>
              <a:gd name="adj" fmla="val 25253"/>
            </a:avLst>
          </a:prstGeom>
          <a:solidFill>
            <a:srgbClr val="F97316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35" name="LEGEND_queue_uav_queue_cell_1">
            <a:extLst>
              <a:ext uri="{FF2B5EF4-FFF2-40B4-BE49-F238E27FC236}">
                <a16:creationId xmlns:a16="http://schemas.microsoft.com/office/drawing/2014/main" id="{1ADC2CF1-DAFC-459A-A49A-2D2AC3F63F05}"/>
              </a:ext>
            </a:extLst>
          </p:cNvPr>
          <p:cNvSpPr>
            <a:spLocks noGrp="1"/>
          </p:cNvSpPr>
          <p:nvPr/>
        </p:nvSpPr>
        <p:spPr>
          <a:xfrm>
            <a:off x="11759500" y="717578"/>
            <a:ext cx="94298" cy="75438"/>
          </a:xfrm>
          <a:prstGeom prst="roundRect">
            <a:avLst>
              <a:gd name="adj" fmla="val 2525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36" name="LEGEND_queue_uav_queue_cell_2">
            <a:extLst>
              <a:ext uri="{FF2B5EF4-FFF2-40B4-BE49-F238E27FC236}">
                <a16:creationId xmlns:a16="http://schemas.microsoft.com/office/drawing/2014/main" id="{3AA7831F-0C6A-484D-A9A1-9EC11A193758}"/>
              </a:ext>
            </a:extLst>
          </p:cNvPr>
          <p:cNvSpPr>
            <a:spLocks noGrp="1"/>
          </p:cNvSpPr>
          <p:nvPr/>
        </p:nvSpPr>
        <p:spPr>
          <a:xfrm>
            <a:off x="11759500" y="623281"/>
            <a:ext cx="94298" cy="75438"/>
          </a:xfrm>
          <a:prstGeom prst="roundRect">
            <a:avLst>
              <a:gd name="adj" fmla="val 25253"/>
            </a:avLst>
          </a:prstGeom>
          <a:solidFill>
            <a:srgbClr val="DBEA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37" name="LEGEND_queue_uav_queue_cell_3">
            <a:extLst>
              <a:ext uri="{FF2B5EF4-FFF2-40B4-BE49-F238E27FC236}">
                <a16:creationId xmlns:a16="http://schemas.microsoft.com/office/drawing/2014/main" id="{CED62910-71CA-4E75-9C00-DD14862E83CD}"/>
              </a:ext>
            </a:extLst>
          </p:cNvPr>
          <p:cNvSpPr>
            <a:spLocks noGrp="1"/>
          </p:cNvSpPr>
          <p:nvPr/>
        </p:nvSpPr>
        <p:spPr>
          <a:xfrm>
            <a:off x="11759500" y="528983"/>
            <a:ext cx="94298" cy="75438"/>
          </a:xfrm>
          <a:prstGeom prst="roundRect">
            <a:avLst>
              <a:gd name="adj" fmla="val 25253"/>
            </a:avLst>
          </a:prstGeom>
          <a:solidFill>
            <a:srgbClr val="93C5FD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38" name="LEGEND_queue_uav_queue_cell_4">
            <a:extLst>
              <a:ext uri="{FF2B5EF4-FFF2-40B4-BE49-F238E27FC236}">
                <a16:creationId xmlns:a16="http://schemas.microsoft.com/office/drawing/2014/main" id="{E1BA9B6B-CB68-411A-88A9-0D8239973DA0}"/>
              </a:ext>
            </a:extLst>
          </p:cNvPr>
          <p:cNvSpPr>
            <a:spLocks noGrp="1"/>
          </p:cNvSpPr>
          <p:nvPr/>
        </p:nvSpPr>
        <p:spPr>
          <a:xfrm>
            <a:off x="11759500" y="434686"/>
            <a:ext cx="94298" cy="75438"/>
          </a:xfrm>
          <a:prstGeom prst="roundRect">
            <a:avLst>
              <a:gd name="adj" fmla="val 25253"/>
            </a:avLst>
          </a:prstGeom>
          <a:solidFill>
            <a:srgbClr val="60A5FA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39" name="LEGEND_queue_uav_queue_cell_5">
            <a:extLst>
              <a:ext uri="{FF2B5EF4-FFF2-40B4-BE49-F238E27FC236}">
                <a16:creationId xmlns:a16="http://schemas.microsoft.com/office/drawing/2014/main" id="{401069EF-6AE2-4BF4-B22C-2B5F5AA9E788}"/>
              </a:ext>
            </a:extLst>
          </p:cNvPr>
          <p:cNvSpPr>
            <a:spLocks noGrp="1"/>
          </p:cNvSpPr>
          <p:nvPr/>
        </p:nvSpPr>
        <p:spPr>
          <a:xfrm>
            <a:off x="11759500" y="340388"/>
            <a:ext cx="94298" cy="75438"/>
          </a:xfrm>
          <a:prstGeom prst="roundRect">
            <a:avLst>
              <a:gd name="adj" fmla="val 25253"/>
            </a:avLst>
          </a:prstGeom>
          <a:solidFill>
            <a:srgbClr val="2563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40" name="LEGEND_queue_sat_queue_cell_1">
            <a:extLst>
              <a:ext uri="{FF2B5EF4-FFF2-40B4-BE49-F238E27FC236}">
                <a16:creationId xmlns:a16="http://schemas.microsoft.com/office/drawing/2014/main" id="{16E891AC-9909-4FCE-BE71-15CA90A8D2EF}"/>
              </a:ext>
            </a:extLst>
          </p:cNvPr>
          <p:cNvSpPr>
            <a:spLocks noGrp="1"/>
          </p:cNvSpPr>
          <p:nvPr/>
        </p:nvSpPr>
        <p:spPr>
          <a:xfrm>
            <a:off x="11953334" y="719554"/>
            <a:ext cx="94298" cy="75438"/>
          </a:xfrm>
          <a:prstGeom prst="roundRect">
            <a:avLst>
              <a:gd name="adj" fmla="val 2525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41" name="LEGEND_queue_sat_queue_cell_2">
            <a:extLst>
              <a:ext uri="{FF2B5EF4-FFF2-40B4-BE49-F238E27FC236}">
                <a16:creationId xmlns:a16="http://schemas.microsoft.com/office/drawing/2014/main" id="{EE90AFCE-6FF4-4559-B3EE-FEA47FD0E081}"/>
              </a:ext>
            </a:extLst>
          </p:cNvPr>
          <p:cNvSpPr>
            <a:spLocks noGrp="1"/>
          </p:cNvSpPr>
          <p:nvPr/>
        </p:nvSpPr>
        <p:spPr>
          <a:xfrm>
            <a:off x="11953334" y="625257"/>
            <a:ext cx="94298" cy="75438"/>
          </a:xfrm>
          <a:prstGeom prst="roundRect">
            <a:avLst>
              <a:gd name="adj" fmla="val 25253"/>
            </a:avLst>
          </a:prstGeom>
          <a:solidFill>
            <a:srgbClr val="DDD6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42" name="LEGEND_queue_sat_queue_cell_3">
            <a:extLst>
              <a:ext uri="{FF2B5EF4-FFF2-40B4-BE49-F238E27FC236}">
                <a16:creationId xmlns:a16="http://schemas.microsoft.com/office/drawing/2014/main" id="{A001E5EA-C8BD-4F01-A496-611CAB20B03D}"/>
              </a:ext>
            </a:extLst>
          </p:cNvPr>
          <p:cNvSpPr>
            <a:spLocks noGrp="1"/>
          </p:cNvSpPr>
          <p:nvPr/>
        </p:nvSpPr>
        <p:spPr>
          <a:xfrm>
            <a:off x="11953334" y="530959"/>
            <a:ext cx="94298" cy="75438"/>
          </a:xfrm>
          <a:prstGeom prst="roundRect">
            <a:avLst>
              <a:gd name="adj" fmla="val 25253"/>
            </a:avLst>
          </a:prstGeom>
          <a:solidFill>
            <a:srgbClr val="C4B5FD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43" name="LEGEND_queue_sat_queue_cell_4">
            <a:extLst>
              <a:ext uri="{FF2B5EF4-FFF2-40B4-BE49-F238E27FC236}">
                <a16:creationId xmlns:a16="http://schemas.microsoft.com/office/drawing/2014/main" id="{8B3DA84C-94E2-4961-A7BB-428953B78D9C}"/>
              </a:ext>
            </a:extLst>
          </p:cNvPr>
          <p:cNvSpPr>
            <a:spLocks noGrp="1"/>
          </p:cNvSpPr>
          <p:nvPr/>
        </p:nvSpPr>
        <p:spPr>
          <a:xfrm>
            <a:off x="11953334" y="436662"/>
            <a:ext cx="94298" cy="75438"/>
          </a:xfrm>
          <a:prstGeom prst="roundRect">
            <a:avLst>
              <a:gd name="adj" fmla="val 25253"/>
            </a:avLst>
          </a:prstGeom>
          <a:solidFill>
            <a:srgbClr val="A78BFA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44" name="LEGEND_queue_sat_queue_cell_5">
            <a:extLst>
              <a:ext uri="{FF2B5EF4-FFF2-40B4-BE49-F238E27FC236}">
                <a16:creationId xmlns:a16="http://schemas.microsoft.com/office/drawing/2014/main" id="{06F0CEE0-3545-498F-9F39-CFD884EB4DD8}"/>
              </a:ext>
            </a:extLst>
          </p:cNvPr>
          <p:cNvSpPr>
            <a:spLocks noGrp="1"/>
          </p:cNvSpPr>
          <p:nvPr/>
        </p:nvSpPr>
        <p:spPr>
          <a:xfrm>
            <a:off x="11953334" y="342364"/>
            <a:ext cx="94298" cy="75438"/>
          </a:xfrm>
          <a:prstGeom prst="roundRect">
            <a:avLst>
              <a:gd name="adj" fmla="val 25253"/>
            </a:avLst>
          </a:prstGeom>
          <a:solidFill>
            <a:srgbClr val="8B5CF6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45" name="LEGEND_queue_text">
            <a:extLst>
              <a:ext uri="{FF2B5EF4-FFF2-40B4-BE49-F238E27FC236}">
                <a16:creationId xmlns:a16="http://schemas.microsoft.com/office/drawing/2014/main" id="{9E4E1153-EFDB-41FC-A7B8-948B3AB0495D}"/>
              </a:ext>
            </a:extLst>
          </p:cNvPr>
          <p:cNvSpPr>
            <a:spLocks noGrp="1"/>
          </p:cNvSpPr>
          <p:nvPr/>
        </p:nvSpPr>
        <p:spPr>
          <a:xfrm>
            <a:off x="12237166" y="411381"/>
            <a:ext cx="2885754" cy="4050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11827"/>
                </a:solidFill>
              </a:defRPr>
            </a:pPr>
            <a:r>
              <a:rPr sz="2000" b="1" i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 / UAV / LEO queues</a:t>
            </a:r>
          </a:p>
        </p:txBody>
      </p:sp>
      <p:sp>
        <p:nvSpPr>
          <p:cNvPr id="46" name="BG_space_layer">
            <a:extLst>
              <a:ext uri="{FF2B5EF4-FFF2-40B4-BE49-F238E27FC236}">
                <a16:creationId xmlns:a16="http://schemas.microsoft.com/office/drawing/2014/main" id="{33F7AE6F-5D9B-44B7-9B2C-0506EE6107F7}"/>
              </a:ext>
            </a:extLst>
          </p:cNvPr>
          <p:cNvSpPr>
            <a:spLocks noGrp="1"/>
          </p:cNvSpPr>
          <p:nvPr/>
        </p:nvSpPr>
        <p:spPr>
          <a:xfrm>
            <a:off x="0" y="1143000"/>
            <a:ext cx="15240000" cy="2428875"/>
          </a:xfrm>
          <a:prstGeom prst="rect">
            <a:avLst/>
          </a:prstGeom>
          <a:gradFill>
            <a:gsLst>
              <a:gs pos="0">
                <a:srgbClr val="0B1F3D"/>
              </a:gs>
              <a:gs pos="100000">
                <a:srgbClr val="173F74"/>
              </a:gs>
            </a:gsLst>
            <a:lin ang="10800000"/>
          </a:gradFill>
          <a:ln w="0">
            <a:noFill/>
            <a:prstDash val="solid"/>
          </a:ln>
        </p:spPr>
      </p:sp>
      <p:sp>
        <p:nvSpPr>
          <p:cNvPr id="49" name="BG_earth_horizon_band">
            <a:extLst>
              <a:ext uri="{FF2B5EF4-FFF2-40B4-BE49-F238E27FC236}">
                <a16:creationId xmlns:a16="http://schemas.microsoft.com/office/drawing/2014/main" id="{F7162901-9392-48A3-884E-541479869964}"/>
              </a:ext>
            </a:extLst>
          </p:cNvPr>
          <p:cNvSpPr>
            <a:spLocks noGrp="1"/>
          </p:cNvSpPr>
          <p:nvPr/>
        </p:nvSpPr>
        <p:spPr>
          <a:xfrm>
            <a:off x="228600" y="3162300"/>
            <a:ext cx="14782800" cy="1123950"/>
          </a:xfrm>
          <a:prstGeom prst="ellipse">
            <a:avLst/>
          </a:prstGeom>
          <a:solidFill>
            <a:srgbClr val="FFFFFF">
              <a:alpha val="20000"/>
            </a:srgbClr>
          </a:solidFill>
          <a:ln w="7620">
            <a:solidFill>
              <a:srgbClr val="DBEAFE">
                <a:alpha val="42000"/>
              </a:srgbClr>
            </a:solidFill>
            <a:prstDash val="solid"/>
          </a:ln>
        </p:spPr>
      </p:sp>
      <p:sp>
        <p:nvSpPr>
          <p:cNvPr id="50" name="BG_air_ground_curve">
            <a:extLst>
              <a:ext uri="{FF2B5EF4-FFF2-40B4-BE49-F238E27FC236}">
                <a16:creationId xmlns:a16="http://schemas.microsoft.com/office/drawing/2014/main" id="{193D9B6E-6113-4428-92B4-F247B32C6733}"/>
              </a:ext>
            </a:extLst>
          </p:cNvPr>
          <p:cNvSpPr>
            <a:spLocks noGrp="1"/>
          </p:cNvSpPr>
          <p:nvPr/>
        </p:nvSpPr>
        <p:spPr>
          <a:xfrm>
            <a:off x="-95250" y="-2087806"/>
            <a:ext cx="15240000" cy="10668000"/>
          </a:xfrm>
          <a:custGeom>
            <a:avLst/>
            <a:gdLst/>
            <a:ahLst/>
            <a:cxnLst/>
            <a:rect l="0" t="0" r="0" b="0"/>
            <a:pathLst>
              <a:path w="15240000" h="10668000">
                <a:moveTo>
                  <a:pt x="-171474" y="6239990"/>
                </a:moveTo>
                <a:lnTo>
                  <a:pt x="-129165" y="6203105"/>
                </a:lnTo>
                <a:lnTo>
                  <a:pt x="-62913" y="6166478"/>
                </a:lnTo>
                <a:lnTo>
                  <a:pt x="27076" y="6130222"/>
                </a:lnTo>
                <a:lnTo>
                  <a:pt x="140525" y="6094448"/>
                </a:lnTo>
                <a:lnTo>
                  <a:pt x="277083" y="6059268"/>
                </a:lnTo>
                <a:lnTo>
                  <a:pt x="436329" y="6024790"/>
                </a:lnTo>
                <a:lnTo>
                  <a:pt x="617769" y="5991121"/>
                </a:lnTo>
                <a:lnTo>
                  <a:pt x="820844" y="5958364"/>
                </a:lnTo>
                <a:lnTo>
                  <a:pt x="1044926" y="5926621"/>
                </a:lnTo>
                <a:lnTo>
                  <a:pt x="1289323" y="5895990"/>
                </a:lnTo>
                <a:lnTo>
                  <a:pt x="1553280" y="5866566"/>
                </a:lnTo>
                <a:lnTo>
                  <a:pt x="1835981" y="5838439"/>
                </a:lnTo>
                <a:lnTo>
                  <a:pt x="2136553" y="5811696"/>
                </a:lnTo>
                <a:lnTo>
                  <a:pt x="2454066" y="5786420"/>
                </a:lnTo>
                <a:lnTo>
                  <a:pt x="2787541" y="5762690"/>
                </a:lnTo>
                <a:lnTo>
                  <a:pt x="3135946" y="5740578"/>
                </a:lnTo>
                <a:lnTo>
                  <a:pt x="3498206" y="5720152"/>
                </a:lnTo>
                <a:lnTo>
                  <a:pt x="3873201" y="5701477"/>
                </a:lnTo>
                <a:lnTo>
                  <a:pt x="4259772" y="5684609"/>
                </a:lnTo>
                <a:lnTo>
                  <a:pt x="4656725" y="5669600"/>
                </a:lnTo>
                <a:lnTo>
                  <a:pt x="5062833" y="5656498"/>
                </a:lnTo>
                <a:lnTo>
                  <a:pt x="5476843" y="5645342"/>
                </a:lnTo>
                <a:lnTo>
                  <a:pt x="5897474" y="5636167"/>
                </a:lnTo>
                <a:lnTo>
                  <a:pt x="6323427" y="5629001"/>
                </a:lnTo>
                <a:lnTo>
                  <a:pt x="6753386" y="5623867"/>
                </a:lnTo>
                <a:lnTo>
                  <a:pt x="7186023" y="5620780"/>
                </a:lnTo>
                <a:lnTo>
                  <a:pt x="7620000" y="5619750"/>
                </a:lnTo>
                <a:lnTo>
                  <a:pt x="8053977" y="5620780"/>
                </a:lnTo>
                <a:lnTo>
                  <a:pt x="8486614" y="5623867"/>
                </a:lnTo>
                <a:lnTo>
                  <a:pt x="8916573" y="5629001"/>
                </a:lnTo>
                <a:lnTo>
                  <a:pt x="9342526" y="5636167"/>
                </a:lnTo>
                <a:lnTo>
                  <a:pt x="9763157" y="5645342"/>
                </a:lnTo>
                <a:lnTo>
                  <a:pt x="10177167" y="5656498"/>
                </a:lnTo>
                <a:lnTo>
                  <a:pt x="10583275" y="5669600"/>
                </a:lnTo>
                <a:lnTo>
                  <a:pt x="10980228" y="5684609"/>
                </a:lnTo>
                <a:lnTo>
                  <a:pt x="11366799" y="5701477"/>
                </a:lnTo>
                <a:lnTo>
                  <a:pt x="11741794" y="5720152"/>
                </a:lnTo>
                <a:lnTo>
                  <a:pt x="12104054" y="5740578"/>
                </a:lnTo>
                <a:lnTo>
                  <a:pt x="12452459" y="5762690"/>
                </a:lnTo>
                <a:lnTo>
                  <a:pt x="12785934" y="5786420"/>
                </a:lnTo>
                <a:lnTo>
                  <a:pt x="13103447" y="5811696"/>
                </a:lnTo>
                <a:lnTo>
                  <a:pt x="13404019" y="5838439"/>
                </a:lnTo>
                <a:lnTo>
                  <a:pt x="13686720" y="5866566"/>
                </a:lnTo>
                <a:lnTo>
                  <a:pt x="13950677" y="5895990"/>
                </a:lnTo>
                <a:lnTo>
                  <a:pt x="14195074" y="5926621"/>
                </a:lnTo>
                <a:lnTo>
                  <a:pt x="14419156" y="5958364"/>
                </a:lnTo>
                <a:lnTo>
                  <a:pt x="14622231" y="5991121"/>
                </a:lnTo>
                <a:lnTo>
                  <a:pt x="14803671" y="6024790"/>
                </a:lnTo>
                <a:lnTo>
                  <a:pt x="14962917" y="6059268"/>
                </a:lnTo>
                <a:lnTo>
                  <a:pt x="15099475" y="6094448"/>
                </a:lnTo>
                <a:lnTo>
                  <a:pt x="15212924" y="6130222"/>
                </a:lnTo>
                <a:lnTo>
                  <a:pt x="15302913" y="6166478"/>
                </a:lnTo>
                <a:lnTo>
                  <a:pt x="15369165" y="6203105"/>
                </a:lnTo>
                <a:lnTo>
                  <a:pt x="15411474" y="6239990"/>
                </a:lnTo>
              </a:path>
            </a:pathLst>
          </a:custGeom>
          <a:noFill/>
          <a:ln w="11430">
            <a:solidFill>
              <a:srgbClr val="C7E4D1"/>
            </a:solidFill>
            <a:prstDash val="solid"/>
          </a:ln>
        </p:spPr>
      </p:sp>
      <p:sp>
        <p:nvSpPr>
          <p:cNvPr id="51" name="ORBIT_leo_dashed">
            <a:extLst>
              <a:ext uri="{FF2B5EF4-FFF2-40B4-BE49-F238E27FC236}">
                <a16:creationId xmlns:a16="http://schemas.microsoft.com/office/drawing/2014/main" id="{7AB08EFC-CB77-4E8A-A794-C3A58ADAFEB1}"/>
              </a:ext>
            </a:extLst>
          </p:cNvPr>
          <p:cNvSpPr>
            <a:spLocks noGrp="1"/>
          </p:cNvSpPr>
          <p:nvPr/>
        </p:nvSpPr>
        <p:spPr>
          <a:xfrm>
            <a:off x="66675" y="564551"/>
            <a:ext cx="15240000" cy="10668000"/>
          </a:xfrm>
          <a:custGeom>
            <a:avLst/>
            <a:gdLst/>
            <a:ahLst/>
            <a:cxnLst/>
            <a:rect l="0" t="0" r="0" b="0"/>
            <a:pathLst>
              <a:path w="15240000" h="10668000">
                <a:moveTo>
                  <a:pt x="487197" y="2458792"/>
                </a:moveTo>
                <a:lnTo>
                  <a:pt x="623457" y="2410883"/>
                </a:lnTo>
                <a:lnTo>
                  <a:pt x="778366" y="2363961"/>
                </a:lnTo>
                <a:lnTo>
                  <a:pt x="951509" y="2318151"/>
                </a:lnTo>
                <a:lnTo>
                  <a:pt x="1142427" y="2273575"/>
                </a:lnTo>
                <a:lnTo>
                  <a:pt x="1350609" y="2230353"/>
                </a:lnTo>
                <a:lnTo>
                  <a:pt x="1575501" y="2188600"/>
                </a:lnTo>
                <a:lnTo>
                  <a:pt x="1816505" y="2148426"/>
                </a:lnTo>
                <a:lnTo>
                  <a:pt x="2072976" y="2109939"/>
                </a:lnTo>
                <a:lnTo>
                  <a:pt x="2344232" y="2073241"/>
                </a:lnTo>
                <a:lnTo>
                  <a:pt x="2629550" y="2038431"/>
                </a:lnTo>
                <a:lnTo>
                  <a:pt x="2928169" y="2005600"/>
                </a:lnTo>
                <a:lnTo>
                  <a:pt x="3239293" y="1974837"/>
                </a:lnTo>
                <a:lnTo>
                  <a:pt x="3562093" y="1946224"/>
                </a:lnTo>
                <a:lnTo>
                  <a:pt x="3895710" y="1919836"/>
                </a:lnTo>
                <a:lnTo>
                  <a:pt x="4239252" y="1895744"/>
                </a:lnTo>
                <a:lnTo>
                  <a:pt x="4591806" y="1874013"/>
                </a:lnTo>
                <a:lnTo>
                  <a:pt x="4952430" y="1854700"/>
                </a:lnTo>
                <a:lnTo>
                  <a:pt x="5320165" y="1837857"/>
                </a:lnTo>
                <a:lnTo>
                  <a:pt x="5694029" y="1823528"/>
                </a:lnTo>
                <a:lnTo>
                  <a:pt x="6073027" y="1811752"/>
                </a:lnTo>
                <a:lnTo>
                  <a:pt x="6456148" y="1802560"/>
                </a:lnTo>
                <a:lnTo>
                  <a:pt x="6842371" y="1795977"/>
                </a:lnTo>
                <a:lnTo>
                  <a:pt x="7230667" y="1792020"/>
                </a:lnTo>
                <a:lnTo>
                  <a:pt x="7620000" y="1790700"/>
                </a:lnTo>
                <a:lnTo>
                  <a:pt x="8009333" y="1792020"/>
                </a:lnTo>
                <a:lnTo>
                  <a:pt x="8397629" y="1795977"/>
                </a:lnTo>
                <a:lnTo>
                  <a:pt x="8783852" y="1802560"/>
                </a:lnTo>
                <a:lnTo>
                  <a:pt x="9166973" y="1811752"/>
                </a:lnTo>
                <a:lnTo>
                  <a:pt x="9545971" y="1823528"/>
                </a:lnTo>
                <a:lnTo>
                  <a:pt x="9919835" y="1837857"/>
                </a:lnTo>
                <a:lnTo>
                  <a:pt x="10287570" y="1854700"/>
                </a:lnTo>
                <a:lnTo>
                  <a:pt x="10648194" y="1874013"/>
                </a:lnTo>
                <a:lnTo>
                  <a:pt x="11000748" y="1895744"/>
                </a:lnTo>
                <a:lnTo>
                  <a:pt x="11344290" y="1919836"/>
                </a:lnTo>
                <a:lnTo>
                  <a:pt x="11677907" y="1946224"/>
                </a:lnTo>
                <a:lnTo>
                  <a:pt x="12000707" y="1974837"/>
                </a:lnTo>
                <a:lnTo>
                  <a:pt x="12311831" y="2005600"/>
                </a:lnTo>
                <a:lnTo>
                  <a:pt x="12610450" y="2038431"/>
                </a:lnTo>
                <a:lnTo>
                  <a:pt x="12895768" y="2073241"/>
                </a:lnTo>
                <a:lnTo>
                  <a:pt x="13167024" y="2109939"/>
                </a:lnTo>
                <a:lnTo>
                  <a:pt x="13423495" y="2148426"/>
                </a:lnTo>
                <a:lnTo>
                  <a:pt x="13664499" y="2188600"/>
                </a:lnTo>
                <a:lnTo>
                  <a:pt x="13889391" y="2230353"/>
                </a:lnTo>
                <a:lnTo>
                  <a:pt x="14097573" y="2273575"/>
                </a:lnTo>
                <a:lnTo>
                  <a:pt x="14288491" y="2318151"/>
                </a:lnTo>
                <a:lnTo>
                  <a:pt x="14461634" y="2363961"/>
                </a:lnTo>
                <a:lnTo>
                  <a:pt x="14616543" y="2410883"/>
                </a:lnTo>
                <a:lnTo>
                  <a:pt x="14752803" y="2458792"/>
                </a:lnTo>
              </a:path>
            </a:pathLst>
          </a:custGeom>
          <a:noFill/>
          <a:ln w="20003">
            <a:solidFill>
              <a:srgbClr val="E5E7EB"/>
            </a:solidFill>
            <a:prstDash val="dash"/>
          </a:ln>
        </p:spPr>
      </p:sp>
      <p:sp>
        <p:nvSpPr>
          <p:cNvPr id="60" name="LABEL_space_layer">
            <a:extLst>
              <a:ext uri="{FF2B5EF4-FFF2-40B4-BE49-F238E27FC236}">
                <a16:creationId xmlns:a16="http://schemas.microsoft.com/office/drawing/2014/main" id="{AB463C0A-1EC1-4C71-A0D4-9C4B2FA45882}"/>
              </a:ext>
            </a:extLst>
          </p:cNvPr>
          <p:cNvSpPr>
            <a:spLocks noGrp="1"/>
          </p:cNvSpPr>
          <p:nvPr/>
        </p:nvSpPr>
        <p:spPr>
          <a:xfrm>
            <a:off x="361950" y="1676400"/>
            <a:ext cx="2800350" cy="3556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8FAFC"/>
                </a:solidFill>
              </a:defRPr>
            </a:pPr>
            <a:r>
              <a:rPr sz="2000" b="1" i="0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LEO satellite layer</a:t>
            </a:r>
          </a:p>
        </p:txBody>
      </p:sp>
      <p:sp>
        <p:nvSpPr>
          <p:cNvPr id="61" name="LABEL_air_layer">
            <a:extLst>
              <a:ext uri="{FF2B5EF4-FFF2-40B4-BE49-F238E27FC236}">
                <a16:creationId xmlns:a16="http://schemas.microsoft.com/office/drawing/2014/main" id="{675BD9F7-849A-4A7E-99CA-A0A36C0652A8}"/>
              </a:ext>
            </a:extLst>
          </p:cNvPr>
          <p:cNvSpPr>
            <a:spLocks noGrp="1"/>
          </p:cNvSpPr>
          <p:nvPr/>
        </p:nvSpPr>
        <p:spPr>
          <a:xfrm>
            <a:off x="361950" y="4762500"/>
            <a:ext cx="2474728" cy="3556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23C7C"/>
                </a:solidFill>
              </a:defRPr>
            </a:pPr>
            <a:r>
              <a:rPr sz="2000" b="1" i="0" dirty="0">
                <a:solidFill>
                  <a:srgbClr val="123C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UAV layer</a:t>
            </a:r>
          </a:p>
        </p:txBody>
      </p:sp>
      <p:sp>
        <p:nvSpPr>
          <p:cNvPr id="62" name="LABEL_ground_layer">
            <a:extLst>
              <a:ext uri="{FF2B5EF4-FFF2-40B4-BE49-F238E27FC236}">
                <a16:creationId xmlns:a16="http://schemas.microsoft.com/office/drawing/2014/main" id="{8F7205BE-381A-4B70-8963-ADA20C10A98D}"/>
              </a:ext>
            </a:extLst>
          </p:cNvPr>
          <p:cNvSpPr>
            <a:spLocks noGrp="1"/>
          </p:cNvSpPr>
          <p:nvPr/>
        </p:nvSpPr>
        <p:spPr>
          <a:xfrm>
            <a:off x="272084" y="6570102"/>
            <a:ext cx="2670101" cy="3556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66534"/>
                </a:solidFill>
              </a:defRPr>
            </a:pPr>
            <a:r>
              <a:rPr sz="2000" b="1" i="0" dirty="0">
                <a:solidFill>
                  <a:srgbClr val="1665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 user layer</a:t>
            </a:r>
          </a:p>
        </p:txBody>
      </p:sp>
      <p:pic>
        <p:nvPicPr>
          <p:cNvPr id="233" name="DECOR_hill_left"/>
          <p:cNvPicPr>
            <a:picLocks noChangeAspect="1"/>
          </p:cNvPicPr>
          <p:nvPr/>
        </p:nvPicPr>
        <p:blipFill>
          <a:blip r:embed="rId8"/>
          <a:stretch/>
        </p:blipFill>
        <p:spPr>
          <a:xfrm flipH="1">
            <a:off x="227380" y="9567263"/>
            <a:ext cx="2136040" cy="835344"/>
          </a:xfrm>
          <a:prstGeom prst="rect">
            <a:avLst/>
          </a:prstGeom>
        </p:spPr>
      </p:pic>
      <p:pic>
        <p:nvPicPr>
          <p:cNvPr id="234" name="DECOR_hill_right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2062819" y="6466867"/>
            <a:ext cx="3164326" cy="1237478"/>
          </a:xfrm>
          <a:prstGeom prst="rect">
            <a:avLst/>
          </a:prstGeom>
        </p:spPr>
      </p:pic>
      <p:pic>
        <p:nvPicPr>
          <p:cNvPr id="235" name="DECOR_tree_left"/>
          <p:cNvPicPr>
            <a:picLocks noChangeAspect="1"/>
          </p:cNvPicPr>
          <p:nvPr/>
        </p:nvPicPr>
        <p:blipFill>
          <a:blip r:embed="rId9"/>
          <a:stretch/>
        </p:blipFill>
        <p:spPr>
          <a:xfrm flipH="1">
            <a:off x="3383187" y="7378051"/>
            <a:ext cx="1009650" cy="968122"/>
          </a:xfrm>
          <a:prstGeom prst="rect">
            <a:avLst/>
          </a:prstGeom>
        </p:spPr>
      </p:pic>
      <p:pic>
        <p:nvPicPr>
          <p:cNvPr id="236" name="DECOR_tree_mid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4753028" y="8800984"/>
            <a:ext cx="913889" cy="876300"/>
          </a:xfrm>
          <a:prstGeom prst="rect">
            <a:avLst/>
          </a:prstGeom>
        </p:spPr>
      </p:pic>
      <p:pic>
        <p:nvPicPr>
          <p:cNvPr id="237" name="DECOR_tree_right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8743950" y="7601330"/>
            <a:ext cx="990600" cy="949856"/>
          </a:xfrm>
          <a:prstGeom prst="rect">
            <a:avLst/>
          </a:prstGeom>
        </p:spPr>
      </p:pic>
      <p:pic>
        <p:nvPicPr>
          <p:cNvPr id="238" name="DECOR_shrub_left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633377" y="7389251"/>
            <a:ext cx="1837034" cy="1021131"/>
          </a:xfrm>
          <a:prstGeom prst="rect">
            <a:avLst/>
          </a:prstGeom>
        </p:spPr>
      </p:pic>
      <p:pic>
        <p:nvPicPr>
          <p:cNvPr id="239" name="DECOR_shrub_mid"/>
          <p:cNvPicPr>
            <a:picLocks noChangeAspect="1"/>
          </p:cNvPicPr>
          <p:nvPr/>
        </p:nvPicPr>
        <p:blipFill>
          <a:blip r:embed="rId10"/>
          <a:stretch/>
        </p:blipFill>
        <p:spPr>
          <a:xfrm flipH="1">
            <a:off x="9239250" y="9571186"/>
            <a:ext cx="1238250" cy="688292"/>
          </a:xfrm>
          <a:prstGeom prst="rect">
            <a:avLst/>
          </a:prstGeom>
        </p:spPr>
      </p:pic>
      <p:pic>
        <p:nvPicPr>
          <p:cNvPr id="240" name="DECOR_shrub_right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2411075" y="8076258"/>
            <a:ext cx="1333500" cy="741237"/>
          </a:xfrm>
          <a:prstGeom prst="rect">
            <a:avLst/>
          </a:prstGeom>
        </p:spPr>
      </p:pic>
      <p:sp>
        <p:nvSpPr>
          <p:cNvPr id="71" name="ANCHOR_sat_1">
            <a:extLst>
              <a:ext uri="{FF2B5EF4-FFF2-40B4-BE49-F238E27FC236}">
                <a16:creationId xmlns:a16="http://schemas.microsoft.com/office/drawing/2014/main" id="{AAC4DF8F-F14D-4734-B76F-1F53B2EE7B7B}"/>
              </a:ext>
            </a:extLst>
          </p:cNvPr>
          <p:cNvSpPr>
            <a:spLocks noGrp="1"/>
          </p:cNvSpPr>
          <p:nvPr/>
        </p:nvSpPr>
        <p:spPr>
          <a:xfrm>
            <a:off x="3228975" y="2809875"/>
            <a:ext cx="171450" cy="171450"/>
          </a:xfrm>
          <a:prstGeom prst="ellipse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ANCHOR_sat_2">
            <a:extLst>
              <a:ext uri="{FF2B5EF4-FFF2-40B4-BE49-F238E27FC236}">
                <a16:creationId xmlns:a16="http://schemas.microsoft.com/office/drawing/2014/main" id="{D559F5A1-A9CD-4099-B6B7-C249D6B38018}"/>
              </a:ext>
            </a:extLst>
          </p:cNvPr>
          <p:cNvSpPr>
            <a:spLocks noGrp="1"/>
          </p:cNvSpPr>
          <p:nvPr/>
        </p:nvSpPr>
        <p:spPr>
          <a:xfrm>
            <a:off x="7515225" y="2638425"/>
            <a:ext cx="171450" cy="171450"/>
          </a:xfrm>
          <a:prstGeom prst="ellipse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ANCHOR_sat_3">
            <a:extLst>
              <a:ext uri="{FF2B5EF4-FFF2-40B4-BE49-F238E27FC236}">
                <a16:creationId xmlns:a16="http://schemas.microsoft.com/office/drawing/2014/main" id="{5822A3ED-19A0-4793-B09A-12D371954B0F}"/>
              </a:ext>
            </a:extLst>
          </p:cNvPr>
          <p:cNvSpPr>
            <a:spLocks noGrp="1"/>
          </p:cNvSpPr>
          <p:nvPr/>
        </p:nvSpPr>
        <p:spPr>
          <a:xfrm>
            <a:off x="11896725" y="2847975"/>
            <a:ext cx="171450" cy="171450"/>
          </a:xfrm>
          <a:prstGeom prst="ellipse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ANCHOR_uav_1">
            <a:extLst>
              <a:ext uri="{FF2B5EF4-FFF2-40B4-BE49-F238E27FC236}">
                <a16:creationId xmlns:a16="http://schemas.microsoft.com/office/drawing/2014/main" id="{DD2E8492-EF8A-45A8-86AD-6C85FD6D2B92}"/>
              </a:ext>
            </a:extLst>
          </p:cNvPr>
          <p:cNvSpPr>
            <a:spLocks noGrp="1"/>
          </p:cNvSpPr>
          <p:nvPr/>
        </p:nvSpPr>
        <p:spPr>
          <a:xfrm>
            <a:off x="3343275" y="5133975"/>
            <a:ext cx="171450" cy="171450"/>
          </a:xfrm>
          <a:prstGeom prst="ellipse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ANCHOR_uav_2">
            <a:extLst>
              <a:ext uri="{FF2B5EF4-FFF2-40B4-BE49-F238E27FC236}">
                <a16:creationId xmlns:a16="http://schemas.microsoft.com/office/drawing/2014/main" id="{BF44D0A7-18DF-4EE8-BFCD-A8A9983005C3}"/>
              </a:ext>
            </a:extLst>
          </p:cNvPr>
          <p:cNvSpPr>
            <a:spLocks noGrp="1"/>
          </p:cNvSpPr>
          <p:nvPr/>
        </p:nvSpPr>
        <p:spPr>
          <a:xfrm>
            <a:off x="7439025" y="4867275"/>
            <a:ext cx="171450" cy="171450"/>
          </a:xfrm>
          <a:prstGeom prst="ellipse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ANCHOR_uav_3">
            <a:extLst>
              <a:ext uri="{FF2B5EF4-FFF2-40B4-BE49-F238E27FC236}">
                <a16:creationId xmlns:a16="http://schemas.microsoft.com/office/drawing/2014/main" id="{3462CD1A-A30A-40D1-AD0C-E3C44CB20535}"/>
              </a:ext>
            </a:extLst>
          </p:cNvPr>
          <p:cNvSpPr>
            <a:spLocks noGrp="1"/>
          </p:cNvSpPr>
          <p:nvPr/>
        </p:nvSpPr>
        <p:spPr>
          <a:xfrm>
            <a:off x="11477625" y="5172075"/>
            <a:ext cx="171450" cy="171450"/>
          </a:xfrm>
          <a:prstGeom prst="ellipse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LINK_visible_candidate_1">
            <a:extLst>
              <a:ext uri="{FF2B5EF4-FFF2-40B4-BE49-F238E27FC236}">
                <a16:creationId xmlns:a16="http://schemas.microsoft.com/office/drawing/2014/main" id="{8792A441-9264-45CF-B881-1A58C20190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0668000"/>
          </a:xfrm>
          <a:custGeom>
            <a:avLst/>
            <a:gdLst/>
            <a:ahLst/>
            <a:cxnLst/>
            <a:rect l="0" t="0" r="0" b="0"/>
            <a:pathLst>
              <a:path w="15240000" h="10668000">
                <a:moveTo>
                  <a:pt x="3429000" y="5219700"/>
                </a:moveTo>
                <a:lnTo>
                  <a:pt x="7600950" y="2724150"/>
                </a:lnTo>
              </a:path>
            </a:pathLst>
          </a:custGeom>
          <a:noFill/>
          <a:ln w="12859">
            <a:solidFill>
              <a:srgbClr val="94A3B8"/>
            </a:solidFill>
            <a:prstDash val="dash"/>
          </a:ln>
        </p:spPr>
      </p:sp>
      <p:sp>
        <p:nvSpPr>
          <p:cNvPr id="78" name="LINK_visible_candidate_2">
            <a:extLst>
              <a:ext uri="{FF2B5EF4-FFF2-40B4-BE49-F238E27FC236}">
                <a16:creationId xmlns:a16="http://schemas.microsoft.com/office/drawing/2014/main" id="{150D0720-AC31-4233-849D-E608980C88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0668000"/>
          </a:xfrm>
          <a:custGeom>
            <a:avLst/>
            <a:gdLst/>
            <a:ahLst/>
            <a:cxnLst/>
            <a:rect l="0" t="0" r="0" b="0"/>
            <a:pathLst>
              <a:path w="15240000" h="10668000">
                <a:moveTo>
                  <a:pt x="7524750" y="4953000"/>
                </a:moveTo>
                <a:lnTo>
                  <a:pt x="3314700" y="2895600"/>
                </a:lnTo>
              </a:path>
            </a:pathLst>
          </a:custGeom>
          <a:noFill/>
          <a:ln w="12859">
            <a:solidFill>
              <a:srgbClr val="94A3B8"/>
            </a:solidFill>
            <a:prstDash val="dash"/>
          </a:ln>
        </p:spPr>
      </p:sp>
      <p:sp>
        <p:nvSpPr>
          <p:cNvPr id="79" name="LINK_visible_candidate_3">
            <a:extLst>
              <a:ext uri="{FF2B5EF4-FFF2-40B4-BE49-F238E27FC236}">
                <a16:creationId xmlns:a16="http://schemas.microsoft.com/office/drawing/2014/main" id="{B07555A3-7407-474D-9364-43847D0223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0668000"/>
          </a:xfrm>
          <a:custGeom>
            <a:avLst/>
            <a:gdLst/>
            <a:ahLst/>
            <a:cxnLst/>
            <a:rect l="0" t="0" r="0" b="0"/>
            <a:pathLst>
              <a:path w="15240000" h="10668000">
                <a:moveTo>
                  <a:pt x="7524750" y="4953000"/>
                </a:moveTo>
                <a:lnTo>
                  <a:pt x="11982450" y="2933700"/>
                </a:lnTo>
              </a:path>
            </a:pathLst>
          </a:custGeom>
          <a:noFill/>
          <a:ln w="12859">
            <a:solidFill>
              <a:srgbClr val="94A3B8"/>
            </a:solidFill>
            <a:prstDash val="dash"/>
          </a:ln>
        </p:spPr>
      </p:sp>
      <p:sp>
        <p:nvSpPr>
          <p:cNvPr id="80" name="LINK_visible_candidate_4">
            <a:extLst>
              <a:ext uri="{FF2B5EF4-FFF2-40B4-BE49-F238E27FC236}">
                <a16:creationId xmlns:a16="http://schemas.microsoft.com/office/drawing/2014/main" id="{5AD0371D-7F1A-45E3-8279-9B3373A960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0668000"/>
          </a:xfrm>
          <a:custGeom>
            <a:avLst/>
            <a:gdLst/>
            <a:ahLst/>
            <a:cxnLst/>
            <a:rect l="0" t="0" r="0" b="0"/>
            <a:pathLst>
              <a:path w="15240000" h="10668000">
                <a:moveTo>
                  <a:pt x="11563350" y="5257800"/>
                </a:moveTo>
                <a:lnTo>
                  <a:pt x="7600950" y="2724150"/>
                </a:lnTo>
              </a:path>
            </a:pathLst>
          </a:custGeom>
          <a:noFill/>
          <a:ln w="12859">
            <a:solidFill>
              <a:srgbClr val="94A3B8"/>
            </a:solidFill>
            <a:prstDash val="dash"/>
          </a:ln>
        </p:spPr>
      </p:sp>
      <p:sp>
        <p:nvSpPr>
          <p:cNvPr id="87" name="ANCHOR_task_1">
            <a:extLst>
              <a:ext uri="{FF2B5EF4-FFF2-40B4-BE49-F238E27FC236}">
                <a16:creationId xmlns:a16="http://schemas.microsoft.com/office/drawing/2014/main" id="{1FE57D47-9B84-4F14-9EDE-CE5CCE2F9FA7}"/>
              </a:ext>
            </a:extLst>
          </p:cNvPr>
          <p:cNvSpPr>
            <a:spLocks noGrp="1"/>
          </p:cNvSpPr>
          <p:nvPr/>
        </p:nvSpPr>
        <p:spPr>
          <a:xfrm>
            <a:off x="2628900" y="8334182"/>
            <a:ext cx="171450" cy="171450"/>
          </a:xfrm>
          <a:prstGeom prst="ellipse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ANCHOR_task_2">
            <a:extLst>
              <a:ext uri="{FF2B5EF4-FFF2-40B4-BE49-F238E27FC236}">
                <a16:creationId xmlns:a16="http://schemas.microsoft.com/office/drawing/2014/main" id="{7010062C-24F4-494D-8DED-3AF747FA585C}"/>
              </a:ext>
            </a:extLst>
          </p:cNvPr>
          <p:cNvSpPr>
            <a:spLocks noGrp="1"/>
          </p:cNvSpPr>
          <p:nvPr/>
        </p:nvSpPr>
        <p:spPr>
          <a:xfrm>
            <a:off x="3962400" y="8619932"/>
            <a:ext cx="171450" cy="171450"/>
          </a:xfrm>
          <a:prstGeom prst="ellipse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ANCHOR_task_3">
            <a:extLst>
              <a:ext uri="{FF2B5EF4-FFF2-40B4-BE49-F238E27FC236}">
                <a16:creationId xmlns:a16="http://schemas.microsoft.com/office/drawing/2014/main" id="{A3E95A93-695E-4515-9F40-BA5B8C7A1E24}"/>
              </a:ext>
            </a:extLst>
          </p:cNvPr>
          <p:cNvSpPr>
            <a:spLocks noGrp="1"/>
          </p:cNvSpPr>
          <p:nvPr/>
        </p:nvSpPr>
        <p:spPr>
          <a:xfrm>
            <a:off x="6391275" y="8410382"/>
            <a:ext cx="171450" cy="171450"/>
          </a:xfrm>
          <a:prstGeom prst="ellipse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ANCHOR_task_4">
            <a:extLst>
              <a:ext uri="{FF2B5EF4-FFF2-40B4-BE49-F238E27FC236}">
                <a16:creationId xmlns:a16="http://schemas.microsoft.com/office/drawing/2014/main" id="{344D3E70-FFC9-4805-88B4-625A89AD5E92}"/>
              </a:ext>
            </a:extLst>
          </p:cNvPr>
          <p:cNvSpPr>
            <a:spLocks noGrp="1"/>
          </p:cNvSpPr>
          <p:nvPr/>
        </p:nvSpPr>
        <p:spPr>
          <a:xfrm>
            <a:off x="8058150" y="8638982"/>
            <a:ext cx="171450" cy="171450"/>
          </a:xfrm>
          <a:prstGeom prst="ellipse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ANCHOR_task_5">
            <a:extLst>
              <a:ext uri="{FF2B5EF4-FFF2-40B4-BE49-F238E27FC236}">
                <a16:creationId xmlns:a16="http://schemas.microsoft.com/office/drawing/2014/main" id="{7B98DFA8-53E5-4606-BC24-92451728169E}"/>
              </a:ext>
            </a:extLst>
          </p:cNvPr>
          <p:cNvSpPr>
            <a:spLocks noGrp="1"/>
          </p:cNvSpPr>
          <p:nvPr/>
        </p:nvSpPr>
        <p:spPr>
          <a:xfrm>
            <a:off x="10229850" y="8410382"/>
            <a:ext cx="171450" cy="171450"/>
          </a:xfrm>
          <a:prstGeom prst="ellipse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ANCHOR_task_6">
            <a:extLst>
              <a:ext uri="{FF2B5EF4-FFF2-40B4-BE49-F238E27FC236}">
                <a16:creationId xmlns:a16="http://schemas.microsoft.com/office/drawing/2014/main" id="{1AF2D2EB-B131-4C31-80F8-4D6B1B12CEDE}"/>
              </a:ext>
            </a:extLst>
          </p:cNvPr>
          <p:cNvSpPr>
            <a:spLocks noGrp="1"/>
          </p:cNvSpPr>
          <p:nvPr/>
        </p:nvSpPr>
        <p:spPr>
          <a:xfrm>
            <a:off x="11849100" y="8619932"/>
            <a:ext cx="171450" cy="171450"/>
          </a:xfrm>
          <a:prstGeom prst="ellipse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cxnSp>
        <p:nvCxnSpPr>
          <p:cNvPr id="263" name="LINK_access_1"/>
          <p:cNvCxnSpPr>
            <a:cxnSpLocks/>
          </p:cNvCxnSpPr>
          <p:nvPr/>
        </p:nvCxnSpPr>
        <p:spPr>
          <a:xfrm flipH="1">
            <a:off x="2630452" y="5686348"/>
            <a:ext cx="714375" cy="3028757"/>
          </a:xfrm>
          <a:prstGeom prst="straightConnector1">
            <a:avLst/>
          </a:prstGeom>
          <a:ln w="29528">
            <a:solidFill>
              <a:srgbClr val="F59E0B"/>
            </a:solidFill>
            <a:prstDash val="solid"/>
            <a:headEnd type="arrow" w="med" len="med"/>
          </a:ln>
        </p:spPr>
      </p:cxnSp>
      <p:cxnSp>
        <p:nvCxnSpPr>
          <p:cNvPr id="264" name="LINK_access_2"/>
          <p:cNvCxnSpPr>
            <a:cxnSpLocks/>
          </p:cNvCxnSpPr>
          <p:nvPr/>
        </p:nvCxnSpPr>
        <p:spPr>
          <a:xfrm>
            <a:off x="3448593" y="5625462"/>
            <a:ext cx="619125" cy="3314507"/>
          </a:xfrm>
          <a:prstGeom prst="straightConnector1">
            <a:avLst/>
          </a:prstGeom>
          <a:ln w="29528">
            <a:solidFill>
              <a:srgbClr val="F59E0B"/>
            </a:solidFill>
            <a:prstDash val="solid"/>
            <a:headEnd type="arrow" w="med" len="med"/>
          </a:ln>
        </p:spPr>
      </p:cxnSp>
      <p:cxnSp>
        <p:nvCxnSpPr>
          <p:cNvPr id="265" name="LINK_access_3"/>
          <p:cNvCxnSpPr>
            <a:cxnSpLocks/>
          </p:cNvCxnSpPr>
          <p:nvPr/>
        </p:nvCxnSpPr>
        <p:spPr>
          <a:xfrm rot="10800000" flipV="1">
            <a:off x="6407340" y="5568016"/>
            <a:ext cx="1047750" cy="3371657"/>
          </a:xfrm>
          <a:prstGeom prst="straightConnector1">
            <a:avLst/>
          </a:prstGeom>
          <a:ln w="29528">
            <a:solidFill>
              <a:srgbClr val="F59E0B"/>
            </a:solidFill>
            <a:prstDash val="solid"/>
            <a:headEnd type="arrow" w="med" len="med"/>
          </a:ln>
        </p:spPr>
      </p:cxnSp>
      <p:cxnSp>
        <p:nvCxnSpPr>
          <p:cNvPr id="266" name="LINK_access_4"/>
          <p:cNvCxnSpPr>
            <a:cxnSpLocks/>
          </p:cNvCxnSpPr>
          <p:nvPr/>
        </p:nvCxnSpPr>
        <p:spPr>
          <a:xfrm rot="10800000" flipH="1" flipV="1">
            <a:off x="7644067" y="5615677"/>
            <a:ext cx="619125" cy="3600257"/>
          </a:xfrm>
          <a:prstGeom prst="straightConnector1">
            <a:avLst/>
          </a:prstGeom>
          <a:ln w="29528">
            <a:solidFill>
              <a:srgbClr val="F59E0B"/>
            </a:solidFill>
            <a:prstDash val="solid"/>
            <a:headEnd type="arrow" w="med" len="med"/>
          </a:ln>
        </p:spPr>
      </p:cxnSp>
      <p:cxnSp>
        <p:nvCxnSpPr>
          <p:cNvPr id="267" name="LINK_access_5"/>
          <p:cNvCxnSpPr>
            <a:cxnSpLocks/>
          </p:cNvCxnSpPr>
          <p:nvPr/>
        </p:nvCxnSpPr>
        <p:spPr>
          <a:xfrm rot="10800000" flipV="1">
            <a:off x="10198417" y="5778899"/>
            <a:ext cx="1247775" cy="3066857"/>
          </a:xfrm>
          <a:prstGeom prst="straightConnector1">
            <a:avLst/>
          </a:prstGeom>
          <a:ln w="29528">
            <a:solidFill>
              <a:srgbClr val="F59E0B"/>
            </a:solidFill>
            <a:prstDash val="solid"/>
            <a:headEnd type="arrow" w="med" len="med"/>
          </a:ln>
        </p:spPr>
      </p:cxnSp>
      <p:cxnSp>
        <p:nvCxnSpPr>
          <p:cNvPr id="268" name="LINK_access_6"/>
          <p:cNvCxnSpPr>
            <a:cxnSpLocks/>
          </p:cNvCxnSpPr>
          <p:nvPr/>
        </p:nvCxnSpPr>
        <p:spPr>
          <a:xfrm rot="10800000" flipH="1" flipV="1">
            <a:off x="11663362" y="5734050"/>
            <a:ext cx="371475" cy="3276407"/>
          </a:xfrm>
          <a:prstGeom prst="straightConnector1">
            <a:avLst/>
          </a:prstGeom>
          <a:ln w="29528">
            <a:solidFill>
              <a:srgbClr val="F59E0B"/>
            </a:solidFill>
            <a:prstDash val="solid"/>
            <a:headEnd type="arrow" w="med" len="med"/>
          </a:ln>
        </p:spPr>
      </p:cxnSp>
      <p:cxnSp>
        <p:nvCxnSpPr>
          <p:cNvPr id="269" name="LINK_backhaul_1"/>
          <p:cNvCxnSpPr>
            <a:cxnSpLocks/>
          </p:cNvCxnSpPr>
          <p:nvPr/>
        </p:nvCxnSpPr>
        <p:spPr>
          <a:xfrm rot="10800000" flipH="1" flipV="1">
            <a:off x="3314700" y="3047827"/>
            <a:ext cx="114300" cy="2152650"/>
          </a:xfrm>
          <a:prstGeom prst="straightConnector1">
            <a:avLst/>
          </a:prstGeom>
          <a:ln w="33338">
            <a:solidFill>
              <a:srgbClr val="3B82F6"/>
            </a:solidFill>
            <a:prstDash val="solid"/>
            <a:headEnd type="arrow" w="med" len="med"/>
          </a:ln>
        </p:spPr>
      </p:cxnSp>
      <p:cxnSp>
        <p:nvCxnSpPr>
          <p:cNvPr id="270" name="LINK_backhaul_2"/>
          <p:cNvCxnSpPr>
            <a:cxnSpLocks/>
          </p:cNvCxnSpPr>
          <p:nvPr/>
        </p:nvCxnSpPr>
        <p:spPr>
          <a:xfrm rot="10800000" flipV="1">
            <a:off x="7524750" y="3057406"/>
            <a:ext cx="76200" cy="2057400"/>
          </a:xfrm>
          <a:prstGeom prst="straightConnector1">
            <a:avLst/>
          </a:prstGeom>
          <a:ln w="33338">
            <a:solidFill>
              <a:srgbClr val="3B82F6"/>
            </a:solidFill>
            <a:prstDash val="solid"/>
            <a:headEnd type="arrow" w="med" len="med"/>
          </a:ln>
        </p:spPr>
      </p:cxnSp>
      <p:cxnSp>
        <p:nvCxnSpPr>
          <p:cNvPr id="271" name="LINK_backhaul_3"/>
          <p:cNvCxnSpPr>
            <a:cxnSpLocks/>
          </p:cNvCxnSpPr>
          <p:nvPr/>
        </p:nvCxnSpPr>
        <p:spPr>
          <a:xfrm rot="10800000" flipV="1">
            <a:off x="11553825" y="3233875"/>
            <a:ext cx="419100" cy="2152650"/>
          </a:xfrm>
          <a:prstGeom prst="straightConnector1">
            <a:avLst/>
          </a:prstGeom>
          <a:ln w="33338">
            <a:solidFill>
              <a:srgbClr val="3B82F6"/>
            </a:solidFill>
            <a:prstDash val="solid"/>
            <a:headEnd type="arrow" w="med" len="med"/>
          </a:ln>
        </p:spPr>
      </p:cxnSp>
      <p:sp>
        <p:nvSpPr>
          <p:cNvPr id="107" name="QUEUE_leo_2_queue_cell_1">
            <a:extLst>
              <a:ext uri="{FF2B5EF4-FFF2-40B4-BE49-F238E27FC236}">
                <a16:creationId xmlns:a16="http://schemas.microsoft.com/office/drawing/2014/main" id="{5FE83348-178C-411C-8B90-1679A66DDAA8}"/>
              </a:ext>
            </a:extLst>
          </p:cNvPr>
          <p:cNvSpPr>
            <a:spLocks noGrp="1"/>
          </p:cNvSpPr>
          <p:nvPr/>
        </p:nvSpPr>
        <p:spPr>
          <a:xfrm>
            <a:off x="8761095" y="2684336"/>
            <a:ext cx="125730" cy="100584"/>
          </a:xfrm>
          <a:prstGeom prst="roundRect">
            <a:avLst>
              <a:gd name="adj" fmla="val 18939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08" name="QUEUE_leo_2_queue_cell_2">
            <a:extLst>
              <a:ext uri="{FF2B5EF4-FFF2-40B4-BE49-F238E27FC236}">
                <a16:creationId xmlns:a16="http://schemas.microsoft.com/office/drawing/2014/main" id="{4B155EAF-A007-4AAA-9380-893B4A9035B8}"/>
              </a:ext>
            </a:extLst>
          </p:cNvPr>
          <p:cNvSpPr>
            <a:spLocks noGrp="1"/>
          </p:cNvSpPr>
          <p:nvPr/>
        </p:nvSpPr>
        <p:spPr>
          <a:xfrm>
            <a:off x="8761095" y="2558606"/>
            <a:ext cx="125730" cy="100584"/>
          </a:xfrm>
          <a:prstGeom prst="roundRect">
            <a:avLst>
              <a:gd name="adj" fmla="val 18939"/>
            </a:avLst>
          </a:prstGeom>
          <a:solidFill>
            <a:srgbClr val="DDD6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09" name="QUEUE_leo_2_queue_cell_3">
            <a:extLst>
              <a:ext uri="{FF2B5EF4-FFF2-40B4-BE49-F238E27FC236}">
                <a16:creationId xmlns:a16="http://schemas.microsoft.com/office/drawing/2014/main" id="{1404FFA0-AB53-4E49-A174-81E1C639AD8F}"/>
              </a:ext>
            </a:extLst>
          </p:cNvPr>
          <p:cNvSpPr>
            <a:spLocks noGrp="1"/>
          </p:cNvSpPr>
          <p:nvPr/>
        </p:nvSpPr>
        <p:spPr>
          <a:xfrm>
            <a:off x="8761095" y="2432876"/>
            <a:ext cx="125730" cy="100584"/>
          </a:xfrm>
          <a:prstGeom prst="roundRect">
            <a:avLst>
              <a:gd name="adj" fmla="val 18939"/>
            </a:avLst>
          </a:prstGeom>
          <a:solidFill>
            <a:srgbClr val="C4B5FD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10" name="QUEUE_leo_2_queue_cell_4">
            <a:extLst>
              <a:ext uri="{FF2B5EF4-FFF2-40B4-BE49-F238E27FC236}">
                <a16:creationId xmlns:a16="http://schemas.microsoft.com/office/drawing/2014/main" id="{9C44A9BB-9D72-4220-B73B-784F747D9B05}"/>
              </a:ext>
            </a:extLst>
          </p:cNvPr>
          <p:cNvSpPr>
            <a:spLocks noGrp="1"/>
          </p:cNvSpPr>
          <p:nvPr/>
        </p:nvSpPr>
        <p:spPr>
          <a:xfrm>
            <a:off x="8761095" y="2307146"/>
            <a:ext cx="125730" cy="100584"/>
          </a:xfrm>
          <a:prstGeom prst="roundRect">
            <a:avLst>
              <a:gd name="adj" fmla="val 18939"/>
            </a:avLst>
          </a:prstGeom>
          <a:solidFill>
            <a:srgbClr val="A78BFA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11" name="QUEUE_leo_2_queue_cell_5">
            <a:extLst>
              <a:ext uri="{FF2B5EF4-FFF2-40B4-BE49-F238E27FC236}">
                <a16:creationId xmlns:a16="http://schemas.microsoft.com/office/drawing/2014/main" id="{FFCD5BE4-9D2C-4B4E-9D41-9AE41402A823}"/>
              </a:ext>
            </a:extLst>
          </p:cNvPr>
          <p:cNvSpPr>
            <a:spLocks noGrp="1"/>
          </p:cNvSpPr>
          <p:nvPr/>
        </p:nvSpPr>
        <p:spPr>
          <a:xfrm>
            <a:off x="8761095" y="2181416"/>
            <a:ext cx="125730" cy="100584"/>
          </a:xfrm>
          <a:prstGeom prst="roundRect">
            <a:avLst>
              <a:gd name="adj" fmla="val 18939"/>
            </a:avLst>
          </a:prstGeom>
          <a:solidFill>
            <a:srgbClr val="8B5CF6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17" name="QUEUE_uav_1_queue_cell_1">
            <a:extLst>
              <a:ext uri="{FF2B5EF4-FFF2-40B4-BE49-F238E27FC236}">
                <a16:creationId xmlns:a16="http://schemas.microsoft.com/office/drawing/2014/main" id="{4E4353E1-7EE9-41BB-A6D2-3DD4CFA419FB}"/>
              </a:ext>
            </a:extLst>
          </p:cNvPr>
          <p:cNvSpPr>
            <a:spLocks noGrp="1"/>
          </p:cNvSpPr>
          <p:nvPr/>
        </p:nvSpPr>
        <p:spPr>
          <a:xfrm>
            <a:off x="4171950" y="5749290"/>
            <a:ext cx="108585" cy="86868"/>
          </a:xfrm>
          <a:prstGeom prst="roundRect">
            <a:avLst>
              <a:gd name="adj" fmla="val 21930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18" name="QUEUE_uav_1_queue_cell_2">
            <a:extLst>
              <a:ext uri="{FF2B5EF4-FFF2-40B4-BE49-F238E27FC236}">
                <a16:creationId xmlns:a16="http://schemas.microsoft.com/office/drawing/2014/main" id="{704DAB94-9BDE-4BA3-AB0C-FB3FDBCBA727}"/>
              </a:ext>
            </a:extLst>
          </p:cNvPr>
          <p:cNvSpPr>
            <a:spLocks noGrp="1"/>
          </p:cNvSpPr>
          <p:nvPr/>
        </p:nvSpPr>
        <p:spPr>
          <a:xfrm>
            <a:off x="4171950" y="5640705"/>
            <a:ext cx="108585" cy="86868"/>
          </a:xfrm>
          <a:prstGeom prst="roundRect">
            <a:avLst>
              <a:gd name="adj" fmla="val 21930"/>
            </a:avLst>
          </a:prstGeom>
          <a:solidFill>
            <a:srgbClr val="DBEA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19" name="QUEUE_uav_1_queue_cell_3">
            <a:extLst>
              <a:ext uri="{FF2B5EF4-FFF2-40B4-BE49-F238E27FC236}">
                <a16:creationId xmlns:a16="http://schemas.microsoft.com/office/drawing/2014/main" id="{C44A24E9-CBE6-4B1E-B8B3-942987FC52E1}"/>
              </a:ext>
            </a:extLst>
          </p:cNvPr>
          <p:cNvSpPr>
            <a:spLocks noGrp="1"/>
          </p:cNvSpPr>
          <p:nvPr/>
        </p:nvSpPr>
        <p:spPr>
          <a:xfrm>
            <a:off x="4171950" y="5532120"/>
            <a:ext cx="108585" cy="86868"/>
          </a:xfrm>
          <a:prstGeom prst="roundRect">
            <a:avLst>
              <a:gd name="adj" fmla="val 21930"/>
            </a:avLst>
          </a:prstGeom>
          <a:solidFill>
            <a:srgbClr val="93C5FD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20" name="QUEUE_uav_1_queue_cell_4">
            <a:extLst>
              <a:ext uri="{FF2B5EF4-FFF2-40B4-BE49-F238E27FC236}">
                <a16:creationId xmlns:a16="http://schemas.microsoft.com/office/drawing/2014/main" id="{11BC9587-8DAE-42A2-A042-55C30CD062A3}"/>
              </a:ext>
            </a:extLst>
          </p:cNvPr>
          <p:cNvSpPr>
            <a:spLocks noGrp="1"/>
          </p:cNvSpPr>
          <p:nvPr/>
        </p:nvSpPr>
        <p:spPr>
          <a:xfrm>
            <a:off x="4171950" y="5423535"/>
            <a:ext cx="108585" cy="86868"/>
          </a:xfrm>
          <a:prstGeom prst="roundRect">
            <a:avLst>
              <a:gd name="adj" fmla="val 21930"/>
            </a:avLst>
          </a:prstGeom>
          <a:solidFill>
            <a:srgbClr val="60A5FA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22" name="QUEUE_uav_2_queue_cell_1">
            <a:extLst>
              <a:ext uri="{FF2B5EF4-FFF2-40B4-BE49-F238E27FC236}">
                <a16:creationId xmlns:a16="http://schemas.microsoft.com/office/drawing/2014/main" id="{3A803691-6FCC-4BD7-ADFA-C9EBC768758B}"/>
              </a:ext>
            </a:extLst>
          </p:cNvPr>
          <p:cNvSpPr>
            <a:spLocks noGrp="1"/>
          </p:cNvSpPr>
          <p:nvPr/>
        </p:nvSpPr>
        <p:spPr>
          <a:xfrm>
            <a:off x="8248650" y="5524500"/>
            <a:ext cx="114300" cy="91440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23" name="QUEUE_uav_2_queue_cell_2">
            <a:extLst>
              <a:ext uri="{FF2B5EF4-FFF2-40B4-BE49-F238E27FC236}">
                <a16:creationId xmlns:a16="http://schemas.microsoft.com/office/drawing/2014/main" id="{C216809C-5FAD-47F3-A68F-68A69806BF3A}"/>
              </a:ext>
            </a:extLst>
          </p:cNvPr>
          <p:cNvSpPr>
            <a:spLocks noGrp="1"/>
          </p:cNvSpPr>
          <p:nvPr/>
        </p:nvSpPr>
        <p:spPr>
          <a:xfrm>
            <a:off x="8248650" y="5410200"/>
            <a:ext cx="114300" cy="91440"/>
          </a:xfrm>
          <a:prstGeom prst="roundRect">
            <a:avLst>
              <a:gd name="adj" fmla="val 20833"/>
            </a:avLst>
          </a:prstGeom>
          <a:solidFill>
            <a:srgbClr val="DBEA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24" name="QUEUE_uav_2_queue_cell_3">
            <a:extLst>
              <a:ext uri="{FF2B5EF4-FFF2-40B4-BE49-F238E27FC236}">
                <a16:creationId xmlns:a16="http://schemas.microsoft.com/office/drawing/2014/main" id="{BFC2FC90-29D2-4192-BD5B-16E3291D5C05}"/>
              </a:ext>
            </a:extLst>
          </p:cNvPr>
          <p:cNvSpPr>
            <a:spLocks noGrp="1"/>
          </p:cNvSpPr>
          <p:nvPr/>
        </p:nvSpPr>
        <p:spPr>
          <a:xfrm>
            <a:off x="8248650" y="5295900"/>
            <a:ext cx="114300" cy="91440"/>
          </a:xfrm>
          <a:prstGeom prst="roundRect">
            <a:avLst>
              <a:gd name="adj" fmla="val 20833"/>
            </a:avLst>
          </a:prstGeom>
          <a:solidFill>
            <a:srgbClr val="93C5FD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25" name="QUEUE_uav_2_queue_cell_4">
            <a:extLst>
              <a:ext uri="{FF2B5EF4-FFF2-40B4-BE49-F238E27FC236}">
                <a16:creationId xmlns:a16="http://schemas.microsoft.com/office/drawing/2014/main" id="{D4E4FD11-2B58-4A6A-BEDA-8CBD8915C890}"/>
              </a:ext>
            </a:extLst>
          </p:cNvPr>
          <p:cNvSpPr>
            <a:spLocks noGrp="1"/>
          </p:cNvSpPr>
          <p:nvPr/>
        </p:nvSpPr>
        <p:spPr>
          <a:xfrm>
            <a:off x="8248650" y="5181600"/>
            <a:ext cx="114300" cy="91440"/>
          </a:xfrm>
          <a:prstGeom prst="roundRect">
            <a:avLst>
              <a:gd name="adj" fmla="val 20833"/>
            </a:avLst>
          </a:prstGeom>
          <a:solidFill>
            <a:srgbClr val="60A5FA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26" name="QUEUE_uav_2_queue_cell_5">
            <a:extLst>
              <a:ext uri="{FF2B5EF4-FFF2-40B4-BE49-F238E27FC236}">
                <a16:creationId xmlns:a16="http://schemas.microsoft.com/office/drawing/2014/main" id="{7D534440-0CAE-4064-8549-8B219ED1FD52}"/>
              </a:ext>
            </a:extLst>
          </p:cNvPr>
          <p:cNvSpPr>
            <a:spLocks noGrp="1"/>
          </p:cNvSpPr>
          <p:nvPr/>
        </p:nvSpPr>
        <p:spPr>
          <a:xfrm>
            <a:off x="8248650" y="5067300"/>
            <a:ext cx="114300" cy="91440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27" name="QUEUE_uav_3_queue_cell_1">
            <a:extLst>
              <a:ext uri="{FF2B5EF4-FFF2-40B4-BE49-F238E27FC236}">
                <a16:creationId xmlns:a16="http://schemas.microsoft.com/office/drawing/2014/main" id="{3A090958-8D5D-4E6E-9DEF-5AC498EB72B7}"/>
              </a:ext>
            </a:extLst>
          </p:cNvPr>
          <p:cNvSpPr>
            <a:spLocks noGrp="1"/>
          </p:cNvSpPr>
          <p:nvPr/>
        </p:nvSpPr>
        <p:spPr>
          <a:xfrm>
            <a:off x="12287250" y="5775960"/>
            <a:ext cx="105728" cy="84582"/>
          </a:xfrm>
          <a:prstGeom prst="roundRect">
            <a:avLst>
              <a:gd name="adj" fmla="val 2252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28" name="QUEUE_uav_3_queue_cell_2">
            <a:extLst>
              <a:ext uri="{FF2B5EF4-FFF2-40B4-BE49-F238E27FC236}">
                <a16:creationId xmlns:a16="http://schemas.microsoft.com/office/drawing/2014/main" id="{E55F5B01-D688-40A5-82AE-CEF6B1107B80}"/>
              </a:ext>
            </a:extLst>
          </p:cNvPr>
          <p:cNvSpPr>
            <a:spLocks noGrp="1"/>
          </p:cNvSpPr>
          <p:nvPr/>
        </p:nvSpPr>
        <p:spPr>
          <a:xfrm>
            <a:off x="12287250" y="5670233"/>
            <a:ext cx="105728" cy="84582"/>
          </a:xfrm>
          <a:prstGeom prst="roundRect">
            <a:avLst>
              <a:gd name="adj" fmla="val 22523"/>
            </a:avLst>
          </a:prstGeom>
          <a:solidFill>
            <a:srgbClr val="DBEA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29" name="QUEUE_uav_3_queue_cell_3">
            <a:extLst>
              <a:ext uri="{FF2B5EF4-FFF2-40B4-BE49-F238E27FC236}">
                <a16:creationId xmlns:a16="http://schemas.microsoft.com/office/drawing/2014/main" id="{9C7148D2-E0AE-491D-97B3-53F27E6D3F62}"/>
              </a:ext>
            </a:extLst>
          </p:cNvPr>
          <p:cNvSpPr>
            <a:spLocks noGrp="1"/>
          </p:cNvSpPr>
          <p:nvPr/>
        </p:nvSpPr>
        <p:spPr>
          <a:xfrm>
            <a:off x="12287250" y="5564505"/>
            <a:ext cx="105728" cy="84582"/>
          </a:xfrm>
          <a:prstGeom prst="roundRect">
            <a:avLst>
              <a:gd name="adj" fmla="val 22523"/>
            </a:avLst>
          </a:prstGeom>
          <a:solidFill>
            <a:srgbClr val="93C5FD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30" name="QUEUE_uav_3_queue_cell_4">
            <a:extLst>
              <a:ext uri="{FF2B5EF4-FFF2-40B4-BE49-F238E27FC236}">
                <a16:creationId xmlns:a16="http://schemas.microsoft.com/office/drawing/2014/main" id="{61E272B2-629C-4BD6-8468-EB1C6B3ED165}"/>
              </a:ext>
            </a:extLst>
          </p:cNvPr>
          <p:cNvSpPr>
            <a:spLocks noGrp="1"/>
          </p:cNvSpPr>
          <p:nvPr/>
        </p:nvSpPr>
        <p:spPr>
          <a:xfrm>
            <a:off x="12287250" y="5458778"/>
            <a:ext cx="105728" cy="84582"/>
          </a:xfrm>
          <a:prstGeom prst="roundRect">
            <a:avLst>
              <a:gd name="adj" fmla="val 22523"/>
            </a:avLst>
          </a:prstGeom>
          <a:solidFill>
            <a:srgbClr val="60A5FA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31" name="QUEUE_uav_3_queue_cell_5">
            <a:extLst>
              <a:ext uri="{FF2B5EF4-FFF2-40B4-BE49-F238E27FC236}">
                <a16:creationId xmlns:a16="http://schemas.microsoft.com/office/drawing/2014/main" id="{FAA88E7D-F711-485A-BD13-A382C433E99A}"/>
              </a:ext>
            </a:extLst>
          </p:cNvPr>
          <p:cNvSpPr>
            <a:spLocks noGrp="1"/>
          </p:cNvSpPr>
          <p:nvPr/>
        </p:nvSpPr>
        <p:spPr>
          <a:xfrm>
            <a:off x="12287250" y="5353050"/>
            <a:ext cx="105728" cy="84582"/>
          </a:xfrm>
          <a:prstGeom prst="roundRect">
            <a:avLst>
              <a:gd name="adj" fmla="val 22523"/>
            </a:avLst>
          </a:prstGeom>
          <a:solidFill>
            <a:srgbClr val="2563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32" name="QUEUE_gu_1_queue_cell_1">
            <a:extLst>
              <a:ext uri="{FF2B5EF4-FFF2-40B4-BE49-F238E27FC236}">
                <a16:creationId xmlns:a16="http://schemas.microsoft.com/office/drawing/2014/main" id="{24C1426A-ADB2-4E85-B0BC-492BE3FBE7BE}"/>
              </a:ext>
            </a:extLst>
          </p:cNvPr>
          <p:cNvSpPr>
            <a:spLocks noGrp="1"/>
          </p:cNvSpPr>
          <p:nvPr/>
        </p:nvSpPr>
        <p:spPr>
          <a:xfrm>
            <a:off x="4448175" y="9305732"/>
            <a:ext cx="121444" cy="97155"/>
          </a:xfrm>
          <a:prstGeom prst="roundRect">
            <a:avLst>
              <a:gd name="adj" fmla="val 19608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33" name="QUEUE_gu_1_queue_cell_2">
            <a:extLst>
              <a:ext uri="{FF2B5EF4-FFF2-40B4-BE49-F238E27FC236}">
                <a16:creationId xmlns:a16="http://schemas.microsoft.com/office/drawing/2014/main" id="{A7480435-F780-4A36-B62C-BB0FF98E97B1}"/>
              </a:ext>
            </a:extLst>
          </p:cNvPr>
          <p:cNvSpPr>
            <a:spLocks noGrp="1"/>
          </p:cNvSpPr>
          <p:nvPr/>
        </p:nvSpPr>
        <p:spPr>
          <a:xfrm>
            <a:off x="4448175" y="9184288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ED7AA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34" name="QUEUE_gu_1_queue_cell_3">
            <a:extLst>
              <a:ext uri="{FF2B5EF4-FFF2-40B4-BE49-F238E27FC236}">
                <a16:creationId xmlns:a16="http://schemas.microsoft.com/office/drawing/2014/main" id="{6F3D8FCB-F560-43CF-8A6F-63816DDDA872}"/>
              </a:ext>
            </a:extLst>
          </p:cNvPr>
          <p:cNvSpPr>
            <a:spLocks noGrp="1"/>
          </p:cNvSpPr>
          <p:nvPr/>
        </p:nvSpPr>
        <p:spPr>
          <a:xfrm>
            <a:off x="4448175" y="9062845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DBA74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35" name="QUEUE_gu_1_queue_cell_4">
            <a:extLst>
              <a:ext uri="{FF2B5EF4-FFF2-40B4-BE49-F238E27FC236}">
                <a16:creationId xmlns:a16="http://schemas.microsoft.com/office/drawing/2014/main" id="{4BE8218E-A178-4390-8E25-B4C1C49EB525}"/>
              </a:ext>
            </a:extLst>
          </p:cNvPr>
          <p:cNvSpPr>
            <a:spLocks noGrp="1"/>
          </p:cNvSpPr>
          <p:nvPr/>
        </p:nvSpPr>
        <p:spPr>
          <a:xfrm>
            <a:off x="4448175" y="8941401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B923C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36" name="QUEUE_gu_1_queue_cell_5">
            <a:extLst>
              <a:ext uri="{FF2B5EF4-FFF2-40B4-BE49-F238E27FC236}">
                <a16:creationId xmlns:a16="http://schemas.microsoft.com/office/drawing/2014/main" id="{C4FD01DA-28ED-4CE1-94D6-C9B30BC4EA6E}"/>
              </a:ext>
            </a:extLst>
          </p:cNvPr>
          <p:cNvSpPr>
            <a:spLocks noGrp="1"/>
          </p:cNvSpPr>
          <p:nvPr/>
        </p:nvSpPr>
        <p:spPr>
          <a:xfrm>
            <a:off x="4448175" y="8819957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97316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37" name="QUEUE_gu_2_queue_cell_1">
            <a:extLst>
              <a:ext uri="{FF2B5EF4-FFF2-40B4-BE49-F238E27FC236}">
                <a16:creationId xmlns:a16="http://schemas.microsoft.com/office/drawing/2014/main" id="{AE4ACBF5-47C2-402D-8AC5-6BA656C5528F}"/>
              </a:ext>
            </a:extLst>
          </p:cNvPr>
          <p:cNvSpPr>
            <a:spLocks noGrp="1"/>
          </p:cNvSpPr>
          <p:nvPr/>
        </p:nvSpPr>
        <p:spPr>
          <a:xfrm>
            <a:off x="7400925" y="9343832"/>
            <a:ext cx="121444" cy="97155"/>
          </a:xfrm>
          <a:prstGeom prst="roundRect">
            <a:avLst>
              <a:gd name="adj" fmla="val 19608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38" name="QUEUE_gu_2_queue_cell_2">
            <a:extLst>
              <a:ext uri="{FF2B5EF4-FFF2-40B4-BE49-F238E27FC236}">
                <a16:creationId xmlns:a16="http://schemas.microsoft.com/office/drawing/2014/main" id="{4D91BF2A-CD49-4AC0-8DE3-C12806BEA87E}"/>
              </a:ext>
            </a:extLst>
          </p:cNvPr>
          <p:cNvSpPr>
            <a:spLocks noGrp="1"/>
          </p:cNvSpPr>
          <p:nvPr/>
        </p:nvSpPr>
        <p:spPr>
          <a:xfrm>
            <a:off x="7400925" y="9222388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ED7AA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39" name="QUEUE_gu_2_queue_cell_3">
            <a:extLst>
              <a:ext uri="{FF2B5EF4-FFF2-40B4-BE49-F238E27FC236}">
                <a16:creationId xmlns:a16="http://schemas.microsoft.com/office/drawing/2014/main" id="{64E4FF6F-C2C3-4598-B59E-4D52FB0460D5}"/>
              </a:ext>
            </a:extLst>
          </p:cNvPr>
          <p:cNvSpPr>
            <a:spLocks noGrp="1"/>
          </p:cNvSpPr>
          <p:nvPr/>
        </p:nvSpPr>
        <p:spPr>
          <a:xfrm>
            <a:off x="7400925" y="9100945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DBA74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40" name="QUEUE_gu_2_queue_cell_4">
            <a:extLst>
              <a:ext uri="{FF2B5EF4-FFF2-40B4-BE49-F238E27FC236}">
                <a16:creationId xmlns:a16="http://schemas.microsoft.com/office/drawing/2014/main" id="{12045516-AF56-49AF-9792-69715D5E1BDA}"/>
              </a:ext>
            </a:extLst>
          </p:cNvPr>
          <p:cNvSpPr>
            <a:spLocks noGrp="1"/>
          </p:cNvSpPr>
          <p:nvPr/>
        </p:nvSpPr>
        <p:spPr>
          <a:xfrm>
            <a:off x="7400925" y="8979501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B923C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41" name="QUEUE_gu_2_queue_cell_5">
            <a:extLst>
              <a:ext uri="{FF2B5EF4-FFF2-40B4-BE49-F238E27FC236}">
                <a16:creationId xmlns:a16="http://schemas.microsoft.com/office/drawing/2014/main" id="{568DB0ED-59E0-44BF-A321-8BDC17CDC2BF}"/>
              </a:ext>
            </a:extLst>
          </p:cNvPr>
          <p:cNvSpPr>
            <a:spLocks noGrp="1"/>
          </p:cNvSpPr>
          <p:nvPr/>
        </p:nvSpPr>
        <p:spPr>
          <a:xfrm>
            <a:off x="7400925" y="8858057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97316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42" name="QUEUE_gu_3_queue_cell_1">
            <a:extLst>
              <a:ext uri="{FF2B5EF4-FFF2-40B4-BE49-F238E27FC236}">
                <a16:creationId xmlns:a16="http://schemas.microsoft.com/office/drawing/2014/main" id="{53975F5A-3F1D-4691-A83B-493C78F4E0B0}"/>
              </a:ext>
            </a:extLst>
          </p:cNvPr>
          <p:cNvSpPr>
            <a:spLocks noGrp="1"/>
          </p:cNvSpPr>
          <p:nvPr/>
        </p:nvSpPr>
        <p:spPr>
          <a:xfrm>
            <a:off x="12506325" y="9305732"/>
            <a:ext cx="121444" cy="97155"/>
          </a:xfrm>
          <a:prstGeom prst="roundRect">
            <a:avLst>
              <a:gd name="adj" fmla="val 19608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43" name="QUEUE_gu_3_queue_cell_2">
            <a:extLst>
              <a:ext uri="{FF2B5EF4-FFF2-40B4-BE49-F238E27FC236}">
                <a16:creationId xmlns:a16="http://schemas.microsoft.com/office/drawing/2014/main" id="{BDC7D120-F44D-4975-9C63-4F740E43894D}"/>
              </a:ext>
            </a:extLst>
          </p:cNvPr>
          <p:cNvSpPr>
            <a:spLocks noGrp="1"/>
          </p:cNvSpPr>
          <p:nvPr/>
        </p:nvSpPr>
        <p:spPr>
          <a:xfrm>
            <a:off x="12506325" y="9184288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ED7AA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44" name="QUEUE_gu_3_queue_cell_3">
            <a:extLst>
              <a:ext uri="{FF2B5EF4-FFF2-40B4-BE49-F238E27FC236}">
                <a16:creationId xmlns:a16="http://schemas.microsoft.com/office/drawing/2014/main" id="{653752F7-85F8-4070-ACC4-905E8DE90FC4}"/>
              </a:ext>
            </a:extLst>
          </p:cNvPr>
          <p:cNvSpPr>
            <a:spLocks noGrp="1"/>
          </p:cNvSpPr>
          <p:nvPr/>
        </p:nvSpPr>
        <p:spPr>
          <a:xfrm>
            <a:off x="12506325" y="9062845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DBA74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45" name="QUEUE_gu_3_queue_cell_4">
            <a:extLst>
              <a:ext uri="{FF2B5EF4-FFF2-40B4-BE49-F238E27FC236}">
                <a16:creationId xmlns:a16="http://schemas.microsoft.com/office/drawing/2014/main" id="{A6942FF3-73D1-4479-BE15-4D06F3C0D53D}"/>
              </a:ext>
            </a:extLst>
          </p:cNvPr>
          <p:cNvSpPr>
            <a:spLocks noGrp="1"/>
          </p:cNvSpPr>
          <p:nvPr/>
        </p:nvSpPr>
        <p:spPr>
          <a:xfrm>
            <a:off x="12506325" y="8941401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B923C"/>
          </a:solidFill>
          <a:ln w="8573">
            <a:solidFill>
              <a:srgbClr val="64748B"/>
            </a:solidFill>
            <a:prstDash val="solid"/>
          </a:ln>
        </p:spPr>
      </p:sp>
      <p:pic>
        <p:nvPicPr>
          <p:cNvPr id="320" name="IMG_uav_left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816625" y="4951950"/>
            <a:ext cx="1143000" cy="804553"/>
          </a:xfrm>
          <a:prstGeom prst="rect">
            <a:avLst/>
          </a:prstGeom>
        </p:spPr>
      </p:pic>
      <p:pic>
        <p:nvPicPr>
          <p:cNvPr id="321" name="IMG_uav_cent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793424" y="4739788"/>
            <a:ext cx="1390650" cy="978873"/>
          </a:xfrm>
          <a:prstGeom prst="rect">
            <a:avLst/>
          </a:prstGeom>
        </p:spPr>
      </p:pic>
      <p:pic>
        <p:nvPicPr>
          <p:cNvPr id="322" name="IMG_uav_right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929687" y="5052728"/>
            <a:ext cx="1123950" cy="791144"/>
          </a:xfrm>
          <a:prstGeom prst="rect">
            <a:avLst/>
          </a:prstGeom>
        </p:spPr>
      </p:pic>
      <p:pic>
        <p:nvPicPr>
          <p:cNvPr id="323" name="IMG_task_1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447859" y="8381807"/>
            <a:ext cx="350832" cy="400050"/>
          </a:xfrm>
          <a:prstGeom prst="rect">
            <a:avLst/>
          </a:prstGeom>
        </p:spPr>
      </p:pic>
      <p:pic>
        <p:nvPicPr>
          <p:cNvPr id="324" name="IMG_task_2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915425" y="8620125"/>
            <a:ext cx="334126" cy="381000"/>
          </a:xfrm>
          <a:prstGeom prst="rect">
            <a:avLst/>
          </a:prstGeom>
        </p:spPr>
      </p:pic>
      <p:pic>
        <p:nvPicPr>
          <p:cNvPr id="325" name="IMG_task_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252978" y="8674847"/>
            <a:ext cx="350832" cy="400050"/>
          </a:xfrm>
          <a:prstGeom prst="rect">
            <a:avLst/>
          </a:prstGeom>
        </p:spPr>
      </p:pic>
      <p:pic>
        <p:nvPicPr>
          <p:cNvPr id="326" name="IMG_task_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154421" y="9101338"/>
            <a:ext cx="334126" cy="381000"/>
          </a:xfrm>
          <a:prstGeom prst="rect">
            <a:avLst/>
          </a:prstGeom>
        </p:spPr>
      </p:pic>
      <p:pic>
        <p:nvPicPr>
          <p:cNvPr id="327" name="IMG_task_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990327" y="8689383"/>
            <a:ext cx="350832" cy="400050"/>
          </a:xfrm>
          <a:prstGeom prst="rect">
            <a:avLst/>
          </a:prstGeom>
        </p:spPr>
      </p:pic>
      <p:pic>
        <p:nvPicPr>
          <p:cNvPr id="328" name="IMG_task_6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1880569" y="8746114"/>
            <a:ext cx="334126" cy="381000"/>
          </a:xfrm>
          <a:prstGeom prst="rect">
            <a:avLst/>
          </a:prstGeom>
        </p:spPr>
      </p:pic>
      <p:pic>
        <p:nvPicPr>
          <p:cNvPr id="329" name="IMG_ground_user_1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255157" y="8730762"/>
            <a:ext cx="503684" cy="741237"/>
          </a:xfrm>
          <a:prstGeom prst="rect">
            <a:avLst/>
          </a:prstGeom>
        </p:spPr>
      </p:pic>
      <p:pic>
        <p:nvPicPr>
          <p:cNvPr id="331" name="IMG_mobile_device_1b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688443" y="9033810"/>
            <a:ext cx="609600" cy="510903"/>
          </a:xfrm>
          <a:prstGeom prst="rect">
            <a:avLst/>
          </a:prstGeom>
        </p:spPr>
      </p:pic>
      <p:pic>
        <p:nvPicPr>
          <p:cNvPr id="332" name="IMG_terminal_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564320" y="8505632"/>
            <a:ext cx="668505" cy="1028818"/>
          </a:xfrm>
          <a:prstGeom prst="rect">
            <a:avLst/>
          </a:prstGeom>
        </p:spPr>
      </p:pic>
      <p:pic>
        <p:nvPicPr>
          <p:cNvPr id="333" name="IMG_comm_tower_2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7650131" y="8772332"/>
            <a:ext cx="590550" cy="1100685"/>
          </a:xfrm>
          <a:prstGeom prst="rect">
            <a:avLst/>
          </a:prstGeom>
        </p:spPr>
      </p:pic>
      <p:pic>
        <p:nvPicPr>
          <p:cNvPr id="334" name="IMG_vehicle_2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5403673" y="8715515"/>
            <a:ext cx="1038022" cy="990600"/>
          </a:xfrm>
          <a:prstGeom prst="rect">
            <a:avLst/>
          </a:prstGeom>
        </p:spPr>
      </p:pic>
      <p:pic>
        <p:nvPicPr>
          <p:cNvPr id="337" name="IMG_terminal_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401300" y="8684861"/>
            <a:ext cx="514350" cy="791576"/>
          </a:xfrm>
          <a:prstGeom prst="rect">
            <a:avLst/>
          </a:prstGeom>
        </p:spPr>
      </p:pic>
      <p:pic>
        <p:nvPicPr>
          <p:cNvPr id="338" name="IMG_mobile_device_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1681800" y="8903060"/>
            <a:ext cx="838200" cy="702491"/>
          </a:xfrm>
          <a:prstGeom prst="rect">
            <a:avLst/>
          </a:prstGeom>
        </p:spPr>
      </p:pic>
      <p:pic>
        <p:nvPicPr>
          <p:cNvPr id="339" name="IMG_vehicle_3"/>
          <p:cNvPicPr>
            <a:picLocks noChangeAspect="1"/>
          </p:cNvPicPr>
          <p:nvPr/>
        </p:nvPicPr>
        <p:blipFill>
          <a:blip r:embed="rId13"/>
          <a:stretch/>
        </p:blipFill>
        <p:spPr>
          <a:xfrm flipH="1">
            <a:off x="12638864" y="8694490"/>
            <a:ext cx="858365" cy="819150"/>
          </a:xfrm>
          <a:prstGeom prst="rect">
            <a:avLst/>
          </a:prstGeom>
        </p:spPr>
      </p:pic>
      <p:pic>
        <p:nvPicPr>
          <p:cNvPr id="95" name="IMG_comm_tower_2">
            <a:extLst>
              <a:ext uri="{FF2B5EF4-FFF2-40B4-BE49-F238E27FC236}">
                <a16:creationId xmlns:a16="http://schemas.microsoft.com/office/drawing/2014/main" id="{E81186DA-91C9-4E0A-6489-B317AF963F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12137165" y="7439081"/>
            <a:ext cx="590550" cy="1100685"/>
          </a:xfrm>
          <a:prstGeom prst="rect">
            <a:avLst/>
          </a:prstGeom>
        </p:spPr>
      </p:pic>
      <p:pic>
        <p:nvPicPr>
          <p:cNvPr id="99" name="IMG_mobile_device_1b">
            <a:extLst>
              <a:ext uri="{FF2B5EF4-FFF2-40B4-BE49-F238E27FC236}">
                <a16:creationId xmlns:a16="http://schemas.microsoft.com/office/drawing/2014/main" id="{DFC193DB-5C04-938C-565D-82D40814E9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839325" y="7736020"/>
            <a:ext cx="381461" cy="319701"/>
          </a:xfrm>
          <a:prstGeom prst="rect">
            <a:avLst/>
          </a:prstGeom>
        </p:spPr>
      </p:pic>
      <p:pic>
        <p:nvPicPr>
          <p:cNvPr id="100" name="IMG_mobile_device_1b">
            <a:extLst>
              <a:ext uri="{FF2B5EF4-FFF2-40B4-BE49-F238E27FC236}">
                <a16:creationId xmlns:a16="http://schemas.microsoft.com/office/drawing/2014/main" id="{688C59B3-1CEA-27FB-4CF7-C859A4DC2E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 flipH="1">
            <a:off x="8437828" y="9430955"/>
            <a:ext cx="897993" cy="752604"/>
          </a:xfrm>
          <a:prstGeom prst="rect">
            <a:avLst/>
          </a:prstGeom>
        </p:spPr>
      </p:pic>
      <p:pic>
        <p:nvPicPr>
          <p:cNvPr id="101" name="IMG_mobile_device_1b">
            <a:extLst>
              <a:ext uri="{FF2B5EF4-FFF2-40B4-BE49-F238E27FC236}">
                <a16:creationId xmlns:a16="http://schemas.microsoft.com/office/drawing/2014/main" id="{7CB84655-4FAA-A0B4-918E-3B96508785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 flipH="1">
            <a:off x="4565621" y="7614239"/>
            <a:ext cx="609600" cy="510903"/>
          </a:xfrm>
          <a:prstGeom prst="rect">
            <a:avLst/>
          </a:prstGeom>
        </p:spPr>
      </p:pic>
      <p:pic>
        <p:nvPicPr>
          <p:cNvPr id="147" name="PALETTE_img_7">
            <a:extLst>
              <a:ext uri="{FF2B5EF4-FFF2-40B4-BE49-F238E27FC236}">
                <a16:creationId xmlns:a16="http://schemas.microsoft.com/office/drawing/2014/main" id="{69311E1F-2211-A91B-4B61-DA4C55AB0DF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6392724" y="9081315"/>
            <a:ext cx="477596" cy="672902"/>
          </a:xfrm>
          <a:prstGeom prst="rect">
            <a:avLst/>
          </a:prstGeom>
        </p:spPr>
      </p:pic>
      <p:pic>
        <p:nvPicPr>
          <p:cNvPr id="148" name="PALETTE_img_7">
            <a:extLst>
              <a:ext uri="{FF2B5EF4-FFF2-40B4-BE49-F238E27FC236}">
                <a16:creationId xmlns:a16="http://schemas.microsoft.com/office/drawing/2014/main" id="{C7E81C37-6539-F09F-B621-29F029FF77E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10826306" y="8267533"/>
            <a:ext cx="297695" cy="419433"/>
          </a:xfrm>
          <a:prstGeom prst="rect">
            <a:avLst/>
          </a:prstGeom>
        </p:spPr>
      </p:pic>
      <p:pic>
        <p:nvPicPr>
          <p:cNvPr id="160" name="PALETTE_img_7">
            <a:extLst>
              <a:ext uri="{FF2B5EF4-FFF2-40B4-BE49-F238E27FC236}">
                <a16:creationId xmlns:a16="http://schemas.microsoft.com/office/drawing/2014/main" id="{737AE1F1-2492-3416-4AFB-63017973CB7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5440577" y="7597388"/>
            <a:ext cx="423331" cy="596446"/>
          </a:xfrm>
          <a:prstGeom prst="rect">
            <a:avLst/>
          </a:prstGeom>
        </p:spPr>
      </p:pic>
      <p:pic>
        <p:nvPicPr>
          <p:cNvPr id="161" name="PALETTE_img_7">
            <a:extLst>
              <a:ext uri="{FF2B5EF4-FFF2-40B4-BE49-F238E27FC236}">
                <a16:creationId xmlns:a16="http://schemas.microsoft.com/office/drawing/2014/main" id="{5FF2B1C8-31F2-B424-D4AF-A9FE2A49E03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 flipH="1">
            <a:off x="8351162" y="7582907"/>
            <a:ext cx="423331" cy="596446"/>
          </a:xfrm>
          <a:prstGeom prst="rect">
            <a:avLst/>
          </a:prstGeom>
        </p:spPr>
      </p:pic>
      <p:pic>
        <p:nvPicPr>
          <p:cNvPr id="162" name="IMG_task_3">
            <a:extLst>
              <a:ext uri="{FF2B5EF4-FFF2-40B4-BE49-F238E27FC236}">
                <a16:creationId xmlns:a16="http://schemas.microsoft.com/office/drawing/2014/main" id="{D3842C75-649C-6409-B33B-2D74097D57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169291" y="8045886"/>
            <a:ext cx="269121" cy="306876"/>
          </a:xfrm>
          <a:prstGeom prst="rect">
            <a:avLst/>
          </a:prstGeom>
        </p:spPr>
      </p:pic>
      <p:pic>
        <p:nvPicPr>
          <p:cNvPr id="163" name="IMG_task_3">
            <a:extLst>
              <a:ext uri="{FF2B5EF4-FFF2-40B4-BE49-F238E27FC236}">
                <a16:creationId xmlns:a16="http://schemas.microsoft.com/office/drawing/2014/main" id="{BA482F79-CC38-8198-43EC-404167C045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822227" y="8032988"/>
            <a:ext cx="269121" cy="306876"/>
          </a:xfrm>
          <a:prstGeom prst="rect">
            <a:avLst/>
          </a:prstGeom>
        </p:spPr>
      </p:pic>
      <p:cxnSp>
        <p:nvCxnSpPr>
          <p:cNvPr id="164" name="LINK_access_3">
            <a:extLst>
              <a:ext uri="{FF2B5EF4-FFF2-40B4-BE49-F238E27FC236}">
                <a16:creationId xmlns:a16="http://schemas.microsoft.com/office/drawing/2014/main" id="{9D1BDB40-31C1-183E-7664-F69DCA86C919}"/>
              </a:ext>
            </a:extLst>
          </p:cNvPr>
          <p:cNvCxnSpPr>
            <a:cxnSpLocks/>
          </p:cNvCxnSpPr>
          <p:nvPr/>
        </p:nvCxnSpPr>
        <p:spPr>
          <a:xfrm flipH="1">
            <a:off x="5297995" y="5204717"/>
            <a:ext cx="347616" cy="2808844"/>
          </a:xfrm>
          <a:prstGeom prst="straightConnector1">
            <a:avLst/>
          </a:prstGeom>
          <a:ln w="29528">
            <a:solidFill>
              <a:srgbClr val="F59E0B"/>
            </a:solidFill>
            <a:prstDash val="solid"/>
            <a:headEnd type="arrow" w="med" len="med"/>
          </a:ln>
        </p:spPr>
      </p:cxnSp>
      <p:cxnSp>
        <p:nvCxnSpPr>
          <p:cNvPr id="166" name="LINK_access_3">
            <a:extLst>
              <a:ext uri="{FF2B5EF4-FFF2-40B4-BE49-F238E27FC236}">
                <a16:creationId xmlns:a16="http://schemas.microsoft.com/office/drawing/2014/main" id="{47CB451E-99B8-77F7-6A9C-BC39F7547E2C}"/>
              </a:ext>
            </a:extLst>
          </p:cNvPr>
          <p:cNvCxnSpPr>
            <a:cxnSpLocks/>
          </p:cNvCxnSpPr>
          <p:nvPr/>
        </p:nvCxnSpPr>
        <p:spPr>
          <a:xfrm>
            <a:off x="9596063" y="5241847"/>
            <a:ext cx="390274" cy="2420819"/>
          </a:xfrm>
          <a:prstGeom prst="straightConnector1">
            <a:avLst/>
          </a:prstGeom>
          <a:ln w="29528">
            <a:solidFill>
              <a:srgbClr val="F59E0B"/>
            </a:solidFill>
            <a:prstDash val="solid"/>
            <a:headEnd type="arrow" w="med" len="med"/>
          </a:ln>
        </p:spPr>
      </p:cxnSp>
      <p:cxnSp>
        <p:nvCxnSpPr>
          <p:cNvPr id="168" name="LINK_backhaul_2">
            <a:extLst>
              <a:ext uri="{FF2B5EF4-FFF2-40B4-BE49-F238E27FC236}">
                <a16:creationId xmlns:a16="http://schemas.microsoft.com/office/drawing/2014/main" id="{82AF1933-5588-829B-5385-C780ADE11793}"/>
              </a:ext>
            </a:extLst>
          </p:cNvPr>
          <p:cNvCxnSpPr>
            <a:cxnSpLocks/>
          </p:cNvCxnSpPr>
          <p:nvPr/>
        </p:nvCxnSpPr>
        <p:spPr>
          <a:xfrm flipH="1">
            <a:off x="5787717" y="3088951"/>
            <a:ext cx="1303518" cy="1778324"/>
          </a:xfrm>
          <a:prstGeom prst="straightConnector1">
            <a:avLst/>
          </a:prstGeom>
          <a:ln w="33338">
            <a:solidFill>
              <a:srgbClr val="3B82F6"/>
            </a:solidFill>
            <a:prstDash val="solid"/>
            <a:headEnd type="arrow" w="med" len="med"/>
          </a:ln>
        </p:spPr>
      </p:cxnSp>
      <p:cxnSp>
        <p:nvCxnSpPr>
          <p:cNvPr id="170" name="LINK_backhaul_2">
            <a:extLst>
              <a:ext uri="{FF2B5EF4-FFF2-40B4-BE49-F238E27FC236}">
                <a16:creationId xmlns:a16="http://schemas.microsoft.com/office/drawing/2014/main" id="{1C5B1D6A-617D-E55B-BACC-C51844C855C0}"/>
              </a:ext>
            </a:extLst>
          </p:cNvPr>
          <p:cNvCxnSpPr>
            <a:cxnSpLocks/>
          </p:cNvCxnSpPr>
          <p:nvPr/>
        </p:nvCxnSpPr>
        <p:spPr>
          <a:xfrm flipH="1">
            <a:off x="9734550" y="3288273"/>
            <a:ext cx="1981200" cy="1630972"/>
          </a:xfrm>
          <a:prstGeom prst="straightConnector1">
            <a:avLst/>
          </a:prstGeom>
          <a:ln w="33338">
            <a:solidFill>
              <a:srgbClr val="3B82F6"/>
            </a:solidFill>
            <a:prstDash val="solid"/>
            <a:headEnd type="arrow" w="med" len="med"/>
          </a:ln>
        </p:spPr>
      </p:cxnSp>
      <p:pic>
        <p:nvPicPr>
          <p:cNvPr id="154" name="IMG_uav_center">
            <a:extLst>
              <a:ext uri="{FF2B5EF4-FFF2-40B4-BE49-F238E27FC236}">
                <a16:creationId xmlns:a16="http://schemas.microsoft.com/office/drawing/2014/main" id="{6A9C42CD-7598-8300-5E02-43E07BC89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61344" y="4688697"/>
            <a:ext cx="762543" cy="536751"/>
          </a:xfrm>
          <a:prstGeom prst="rect">
            <a:avLst/>
          </a:prstGeom>
        </p:spPr>
      </p:pic>
      <p:pic>
        <p:nvPicPr>
          <p:cNvPr id="155" name="IMG_uav_center">
            <a:extLst>
              <a:ext uri="{FF2B5EF4-FFF2-40B4-BE49-F238E27FC236}">
                <a16:creationId xmlns:a16="http://schemas.microsoft.com/office/drawing/2014/main" id="{C85F5BE7-CB0B-07F4-9D3C-A69BCB32A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49833" y="4714875"/>
            <a:ext cx="762543" cy="536751"/>
          </a:xfrm>
          <a:prstGeom prst="rect">
            <a:avLst/>
          </a:prstGeom>
        </p:spPr>
      </p:pic>
      <p:sp>
        <p:nvSpPr>
          <p:cNvPr id="175" name="QUEUE_gu_1_queue_cell_1">
            <a:extLst>
              <a:ext uri="{FF2B5EF4-FFF2-40B4-BE49-F238E27FC236}">
                <a16:creationId xmlns:a16="http://schemas.microsoft.com/office/drawing/2014/main" id="{3D40F5A5-6908-184D-72FF-6282331EE92D}"/>
              </a:ext>
            </a:extLst>
          </p:cNvPr>
          <p:cNvSpPr>
            <a:spLocks noGrp="1"/>
          </p:cNvSpPr>
          <p:nvPr/>
        </p:nvSpPr>
        <p:spPr>
          <a:xfrm>
            <a:off x="5056761" y="7440106"/>
            <a:ext cx="121444" cy="97155"/>
          </a:xfrm>
          <a:prstGeom prst="roundRect">
            <a:avLst>
              <a:gd name="adj" fmla="val 19608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77" name="QUEUE_gu_1_queue_cell_2">
            <a:extLst>
              <a:ext uri="{FF2B5EF4-FFF2-40B4-BE49-F238E27FC236}">
                <a16:creationId xmlns:a16="http://schemas.microsoft.com/office/drawing/2014/main" id="{3BE1E732-A1ED-85D2-1748-83AF75413C4C}"/>
              </a:ext>
            </a:extLst>
          </p:cNvPr>
          <p:cNvSpPr>
            <a:spLocks noGrp="1"/>
          </p:cNvSpPr>
          <p:nvPr/>
        </p:nvSpPr>
        <p:spPr>
          <a:xfrm>
            <a:off x="5056761" y="7318662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ED7AA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79" name="QUEUE_gu_1_queue_cell_3">
            <a:extLst>
              <a:ext uri="{FF2B5EF4-FFF2-40B4-BE49-F238E27FC236}">
                <a16:creationId xmlns:a16="http://schemas.microsoft.com/office/drawing/2014/main" id="{3953CDDF-CCA9-88C4-A9CD-92EEED3B3792}"/>
              </a:ext>
            </a:extLst>
          </p:cNvPr>
          <p:cNvSpPr>
            <a:spLocks noGrp="1"/>
          </p:cNvSpPr>
          <p:nvPr/>
        </p:nvSpPr>
        <p:spPr>
          <a:xfrm>
            <a:off x="5056761" y="7197219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DBA74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84" name="QUEUE_gu_1_queue_cell_1">
            <a:extLst>
              <a:ext uri="{FF2B5EF4-FFF2-40B4-BE49-F238E27FC236}">
                <a16:creationId xmlns:a16="http://schemas.microsoft.com/office/drawing/2014/main" id="{1FCE23BD-C553-20B3-A68C-73D178B970DD}"/>
              </a:ext>
            </a:extLst>
          </p:cNvPr>
          <p:cNvSpPr>
            <a:spLocks noGrp="1"/>
          </p:cNvSpPr>
          <p:nvPr/>
        </p:nvSpPr>
        <p:spPr>
          <a:xfrm>
            <a:off x="9654398" y="7763419"/>
            <a:ext cx="121444" cy="97155"/>
          </a:xfrm>
          <a:prstGeom prst="roundRect">
            <a:avLst>
              <a:gd name="adj" fmla="val 19608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85" name="QUEUE_gu_1_queue_cell_2">
            <a:extLst>
              <a:ext uri="{FF2B5EF4-FFF2-40B4-BE49-F238E27FC236}">
                <a16:creationId xmlns:a16="http://schemas.microsoft.com/office/drawing/2014/main" id="{4E66F4F5-56F4-D165-C7B7-F41F134925FC}"/>
              </a:ext>
            </a:extLst>
          </p:cNvPr>
          <p:cNvSpPr>
            <a:spLocks noGrp="1"/>
          </p:cNvSpPr>
          <p:nvPr/>
        </p:nvSpPr>
        <p:spPr>
          <a:xfrm>
            <a:off x="9654398" y="7641975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ED7AA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86" name="QUEUE_gu_1_queue_cell_3">
            <a:extLst>
              <a:ext uri="{FF2B5EF4-FFF2-40B4-BE49-F238E27FC236}">
                <a16:creationId xmlns:a16="http://schemas.microsoft.com/office/drawing/2014/main" id="{DA355734-7452-E73F-3128-7E764FBDFB50}"/>
              </a:ext>
            </a:extLst>
          </p:cNvPr>
          <p:cNvSpPr>
            <a:spLocks noGrp="1"/>
          </p:cNvSpPr>
          <p:nvPr/>
        </p:nvSpPr>
        <p:spPr>
          <a:xfrm>
            <a:off x="9654398" y="7520532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DBA74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87" name="QUEUE_gu_1_queue_cell_4">
            <a:extLst>
              <a:ext uri="{FF2B5EF4-FFF2-40B4-BE49-F238E27FC236}">
                <a16:creationId xmlns:a16="http://schemas.microsoft.com/office/drawing/2014/main" id="{20701624-0C8C-C961-2F7B-7E04FEC9C98C}"/>
              </a:ext>
            </a:extLst>
          </p:cNvPr>
          <p:cNvSpPr>
            <a:spLocks noGrp="1"/>
          </p:cNvSpPr>
          <p:nvPr/>
        </p:nvSpPr>
        <p:spPr>
          <a:xfrm>
            <a:off x="9654398" y="7399088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B923C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88" name="QUEUE_gu_1_queue_cell_5">
            <a:extLst>
              <a:ext uri="{FF2B5EF4-FFF2-40B4-BE49-F238E27FC236}">
                <a16:creationId xmlns:a16="http://schemas.microsoft.com/office/drawing/2014/main" id="{3D397E22-EB6E-FC8C-F77A-C342B96D0B76}"/>
              </a:ext>
            </a:extLst>
          </p:cNvPr>
          <p:cNvSpPr>
            <a:spLocks noGrp="1"/>
          </p:cNvSpPr>
          <p:nvPr/>
        </p:nvSpPr>
        <p:spPr>
          <a:xfrm>
            <a:off x="9654398" y="7277644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97316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199" name="QUEUE_gu_2_queue_cell_1">
            <a:extLst>
              <a:ext uri="{FF2B5EF4-FFF2-40B4-BE49-F238E27FC236}">
                <a16:creationId xmlns:a16="http://schemas.microsoft.com/office/drawing/2014/main" id="{24CFE09E-6E98-D7DD-F191-F4CA7C82D717}"/>
              </a:ext>
            </a:extLst>
          </p:cNvPr>
          <p:cNvSpPr>
            <a:spLocks noGrp="1"/>
          </p:cNvSpPr>
          <p:nvPr/>
        </p:nvSpPr>
        <p:spPr>
          <a:xfrm>
            <a:off x="6033722" y="8218565"/>
            <a:ext cx="121444" cy="97155"/>
          </a:xfrm>
          <a:prstGeom prst="roundRect">
            <a:avLst>
              <a:gd name="adj" fmla="val 19608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00" name="QUEUE_gu_2_queue_cell_2">
            <a:extLst>
              <a:ext uri="{FF2B5EF4-FFF2-40B4-BE49-F238E27FC236}">
                <a16:creationId xmlns:a16="http://schemas.microsoft.com/office/drawing/2014/main" id="{DECD1963-5DAE-EBB3-1E18-75C8CE3F8022}"/>
              </a:ext>
            </a:extLst>
          </p:cNvPr>
          <p:cNvSpPr>
            <a:spLocks noGrp="1"/>
          </p:cNvSpPr>
          <p:nvPr/>
        </p:nvSpPr>
        <p:spPr>
          <a:xfrm>
            <a:off x="6033722" y="8097121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FD7A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01" name="QUEUE_gu_2_queue_cell_3">
            <a:extLst>
              <a:ext uri="{FF2B5EF4-FFF2-40B4-BE49-F238E27FC236}">
                <a16:creationId xmlns:a16="http://schemas.microsoft.com/office/drawing/2014/main" id="{FB68D5FF-C58C-6C03-CFDB-99BEB0567305}"/>
              </a:ext>
            </a:extLst>
          </p:cNvPr>
          <p:cNvSpPr>
            <a:spLocks noGrp="1"/>
          </p:cNvSpPr>
          <p:nvPr/>
        </p:nvSpPr>
        <p:spPr>
          <a:xfrm>
            <a:off x="6033722" y="7975678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EBA74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02" name="QUEUE_gu_2_queue_cell_4">
            <a:extLst>
              <a:ext uri="{FF2B5EF4-FFF2-40B4-BE49-F238E27FC236}">
                <a16:creationId xmlns:a16="http://schemas.microsoft.com/office/drawing/2014/main" id="{AD37A284-E60E-ED07-DC73-1FE897E619C4}"/>
              </a:ext>
            </a:extLst>
          </p:cNvPr>
          <p:cNvSpPr>
            <a:spLocks noGrp="1"/>
          </p:cNvSpPr>
          <p:nvPr/>
        </p:nvSpPr>
        <p:spPr>
          <a:xfrm>
            <a:off x="6033722" y="7854234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B923C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04" name="QUEUE_gu_2_queue_cell_1">
            <a:extLst>
              <a:ext uri="{FF2B5EF4-FFF2-40B4-BE49-F238E27FC236}">
                <a16:creationId xmlns:a16="http://schemas.microsoft.com/office/drawing/2014/main" id="{9260EE9B-365D-A059-E038-C2D610B93C94}"/>
              </a:ext>
            </a:extLst>
          </p:cNvPr>
          <p:cNvSpPr>
            <a:spLocks noGrp="1"/>
          </p:cNvSpPr>
          <p:nvPr/>
        </p:nvSpPr>
        <p:spPr>
          <a:xfrm>
            <a:off x="5729540" y="10119475"/>
            <a:ext cx="121444" cy="97155"/>
          </a:xfrm>
          <a:prstGeom prst="roundRect">
            <a:avLst>
              <a:gd name="adj" fmla="val 19608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05" name="QUEUE_gu_2_queue_cell_2">
            <a:extLst>
              <a:ext uri="{FF2B5EF4-FFF2-40B4-BE49-F238E27FC236}">
                <a16:creationId xmlns:a16="http://schemas.microsoft.com/office/drawing/2014/main" id="{131E8B94-EE05-D612-9605-1E559494FC4D}"/>
              </a:ext>
            </a:extLst>
          </p:cNvPr>
          <p:cNvSpPr>
            <a:spLocks noGrp="1"/>
          </p:cNvSpPr>
          <p:nvPr/>
        </p:nvSpPr>
        <p:spPr>
          <a:xfrm>
            <a:off x="5729540" y="9998031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FD7A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06" name="QUEUE_gu_2_queue_cell_3">
            <a:extLst>
              <a:ext uri="{FF2B5EF4-FFF2-40B4-BE49-F238E27FC236}">
                <a16:creationId xmlns:a16="http://schemas.microsoft.com/office/drawing/2014/main" id="{8EB5836E-AF54-9F4A-284B-0B23A4721ED6}"/>
              </a:ext>
            </a:extLst>
          </p:cNvPr>
          <p:cNvSpPr>
            <a:spLocks noGrp="1"/>
          </p:cNvSpPr>
          <p:nvPr/>
        </p:nvSpPr>
        <p:spPr>
          <a:xfrm>
            <a:off x="5729540" y="9876588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EBA74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07" name="QUEUE_gu_2_queue_cell_4">
            <a:extLst>
              <a:ext uri="{FF2B5EF4-FFF2-40B4-BE49-F238E27FC236}">
                <a16:creationId xmlns:a16="http://schemas.microsoft.com/office/drawing/2014/main" id="{0E3F0622-5D57-7ECF-FE7D-7AA281BA8312}"/>
              </a:ext>
            </a:extLst>
          </p:cNvPr>
          <p:cNvSpPr>
            <a:spLocks noGrp="1"/>
          </p:cNvSpPr>
          <p:nvPr/>
        </p:nvSpPr>
        <p:spPr>
          <a:xfrm>
            <a:off x="5729540" y="9755144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B923C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09" name="QUEUE_gu_2_queue_cell_1">
            <a:extLst>
              <a:ext uri="{FF2B5EF4-FFF2-40B4-BE49-F238E27FC236}">
                <a16:creationId xmlns:a16="http://schemas.microsoft.com/office/drawing/2014/main" id="{D924EBCB-16ED-8EAD-3482-49BD3817A696}"/>
              </a:ext>
            </a:extLst>
          </p:cNvPr>
          <p:cNvSpPr>
            <a:spLocks noGrp="1"/>
          </p:cNvSpPr>
          <p:nvPr/>
        </p:nvSpPr>
        <p:spPr>
          <a:xfrm>
            <a:off x="8229600" y="10441421"/>
            <a:ext cx="121444" cy="97155"/>
          </a:xfrm>
          <a:prstGeom prst="roundRect">
            <a:avLst>
              <a:gd name="adj" fmla="val 19608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10" name="QUEUE_gu_2_queue_cell_2">
            <a:extLst>
              <a:ext uri="{FF2B5EF4-FFF2-40B4-BE49-F238E27FC236}">
                <a16:creationId xmlns:a16="http://schemas.microsoft.com/office/drawing/2014/main" id="{9C309082-D800-F4BD-5AF3-1310311F23D2}"/>
              </a:ext>
            </a:extLst>
          </p:cNvPr>
          <p:cNvSpPr>
            <a:spLocks noGrp="1"/>
          </p:cNvSpPr>
          <p:nvPr/>
        </p:nvSpPr>
        <p:spPr>
          <a:xfrm>
            <a:off x="8229600" y="10319977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FD7A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11" name="QUEUE_gu_2_queue_cell_3">
            <a:extLst>
              <a:ext uri="{FF2B5EF4-FFF2-40B4-BE49-F238E27FC236}">
                <a16:creationId xmlns:a16="http://schemas.microsoft.com/office/drawing/2014/main" id="{4FF67089-8CE4-5AA2-B670-04425CFF5261}"/>
              </a:ext>
            </a:extLst>
          </p:cNvPr>
          <p:cNvSpPr>
            <a:spLocks noGrp="1"/>
          </p:cNvSpPr>
          <p:nvPr/>
        </p:nvSpPr>
        <p:spPr>
          <a:xfrm>
            <a:off x="8229600" y="10198534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EBA74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16" name="QUEUE_gu_1_queue_cell_1">
            <a:extLst>
              <a:ext uri="{FF2B5EF4-FFF2-40B4-BE49-F238E27FC236}">
                <a16:creationId xmlns:a16="http://schemas.microsoft.com/office/drawing/2014/main" id="{C0A8A8BB-CC0F-5A08-9493-3D9C5179B145}"/>
              </a:ext>
            </a:extLst>
          </p:cNvPr>
          <p:cNvSpPr>
            <a:spLocks noGrp="1"/>
          </p:cNvSpPr>
          <p:nvPr/>
        </p:nvSpPr>
        <p:spPr>
          <a:xfrm>
            <a:off x="2211194" y="8497244"/>
            <a:ext cx="121444" cy="97155"/>
          </a:xfrm>
          <a:prstGeom prst="roundRect">
            <a:avLst>
              <a:gd name="adj" fmla="val 19608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17" name="QUEUE_gu_1_queue_cell_2">
            <a:extLst>
              <a:ext uri="{FF2B5EF4-FFF2-40B4-BE49-F238E27FC236}">
                <a16:creationId xmlns:a16="http://schemas.microsoft.com/office/drawing/2014/main" id="{CD25D056-66E4-3FB7-F63A-A7616D222D0C}"/>
              </a:ext>
            </a:extLst>
          </p:cNvPr>
          <p:cNvSpPr>
            <a:spLocks noGrp="1"/>
          </p:cNvSpPr>
          <p:nvPr/>
        </p:nvSpPr>
        <p:spPr>
          <a:xfrm>
            <a:off x="2211194" y="8375800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FD7A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18" name="QUEUE_gu_1_queue_cell_3">
            <a:extLst>
              <a:ext uri="{FF2B5EF4-FFF2-40B4-BE49-F238E27FC236}">
                <a16:creationId xmlns:a16="http://schemas.microsoft.com/office/drawing/2014/main" id="{D482DE02-E8DF-01D8-0927-B08C0EF83980}"/>
              </a:ext>
            </a:extLst>
          </p:cNvPr>
          <p:cNvSpPr>
            <a:spLocks noGrp="1"/>
          </p:cNvSpPr>
          <p:nvPr/>
        </p:nvSpPr>
        <p:spPr>
          <a:xfrm>
            <a:off x="2211194" y="8254357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DBA74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19" name="QUEUE_gu_1_queue_cell_4">
            <a:extLst>
              <a:ext uri="{FF2B5EF4-FFF2-40B4-BE49-F238E27FC236}">
                <a16:creationId xmlns:a16="http://schemas.microsoft.com/office/drawing/2014/main" id="{1F461284-DD82-2338-B125-060F5A27B755}"/>
              </a:ext>
            </a:extLst>
          </p:cNvPr>
          <p:cNvSpPr>
            <a:spLocks noGrp="1"/>
          </p:cNvSpPr>
          <p:nvPr/>
        </p:nvSpPr>
        <p:spPr>
          <a:xfrm>
            <a:off x="2211194" y="8132913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B923C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41" name="QUEUE_gu_1_queue_cell_1">
            <a:extLst>
              <a:ext uri="{FF2B5EF4-FFF2-40B4-BE49-F238E27FC236}">
                <a16:creationId xmlns:a16="http://schemas.microsoft.com/office/drawing/2014/main" id="{D1386997-5282-FE37-4773-BA6A56735EF8}"/>
              </a:ext>
            </a:extLst>
          </p:cNvPr>
          <p:cNvSpPr>
            <a:spLocks noGrp="1"/>
          </p:cNvSpPr>
          <p:nvPr/>
        </p:nvSpPr>
        <p:spPr>
          <a:xfrm>
            <a:off x="11040592" y="9572232"/>
            <a:ext cx="121444" cy="97155"/>
          </a:xfrm>
          <a:prstGeom prst="roundRect">
            <a:avLst>
              <a:gd name="adj" fmla="val 19608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42" name="QUEUE_gu_1_queue_cell_2">
            <a:extLst>
              <a:ext uri="{FF2B5EF4-FFF2-40B4-BE49-F238E27FC236}">
                <a16:creationId xmlns:a16="http://schemas.microsoft.com/office/drawing/2014/main" id="{CC842974-2679-9266-0016-671D0DBD597F}"/>
              </a:ext>
            </a:extLst>
          </p:cNvPr>
          <p:cNvSpPr>
            <a:spLocks noGrp="1"/>
          </p:cNvSpPr>
          <p:nvPr/>
        </p:nvSpPr>
        <p:spPr>
          <a:xfrm>
            <a:off x="11040592" y="9450788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FD7A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43" name="QUEUE_gu_1_queue_cell_3">
            <a:extLst>
              <a:ext uri="{FF2B5EF4-FFF2-40B4-BE49-F238E27FC236}">
                <a16:creationId xmlns:a16="http://schemas.microsoft.com/office/drawing/2014/main" id="{B470C679-D53F-5095-5AD2-E3FE6E6CA8BD}"/>
              </a:ext>
            </a:extLst>
          </p:cNvPr>
          <p:cNvSpPr>
            <a:spLocks noGrp="1"/>
          </p:cNvSpPr>
          <p:nvPr/>
        </p:nvSpPr>
        <p:spPr>
          <a:xfrm>
            <a:off x="11040592" y="9329345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DBA74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44" name="QUEUE_gu_1_queue_cell_4">
            <a:extLst>
              <a:ext uri="{FF2B5EF4-FFF2-40B4-BE49-F238E27FC236}">
                <a16:creationId xmlns:a16="http://schemas.microsoft.com/office/drawing/2014/main" id="{7B6EC86E-083C-5C93-CA6A-6153AFB985F7}"/>
              </a:ext>
            </a:extLst>
          </p:cNvPr>
          <p:cNvSpPr>
            <a:spLocks noGrp="1"/>
          </p:cNvSpPr>
          <p:nvPr/>
        </p:nvSpPr>
        <p:spPr>
          <a:xfrm>
            <a:off x="11040592" y="9207901"/>
            <a:ext cx="121444" cy="97155"/>
          </a:xfrm>
          <a:prstGeom prst="roundRect">
            <a:avLst>
              <a:gd name="adj" fmla="val 19608"/>
            </a:avLst>
          </a:prstGeom>
          <a:solidFill>
            <a:srgbClr val="FB923C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46" name="LINK_visible_candidate_1">
            <a:extLst>
              <a:ext uri="{FF2B5EF4-FFF2-40B4-BE49-F238E27FC236}">
                <a16:creationId xmlns:a16="http://schemas.microsoft.com/office/drawing/2014/main" id="{760BF7EE-C22A-FA9A-D3A7-8B3FCD718CD0}"/>
              </a:ext>
            </a:extLst>
          </p:cNvPr>
          <p:cNvSpPr>
            <a:spLocks noGrp="1"/>
          </p:cNvSpPr>
          <p:nvPr/>
        </p:nvSpPr>
        <p:spPr>
          <a:xfrm rot="1105185" flipH="1">
            <a:off x="1417563" y="635637"/>
            <a:ext cx="10716346" cy="6701151"/>
          </a:xfrm>
          <a:custGeom>
            <a:avLst/>
            <a:gdLst/>
            <a:ahLst/>
            <a:cxnLst/>
            <a:rect l="0" t="0" r="0" b="0"/>
            <a:pathLst>
              <a:path w="15240000" h="10668000">
                <a:moveTo>
                  <a:pt x="3429000" y="5219700"/>
                </a:moveTo>
                <a:lnTo>
                  <a:pt x="7600950" y="2724150"/>
                </a:lnTo>
              </a:path>
            </a:pathLst>
          </a:custGeom>
          <a:noFill/>
          <a:ln w="12859">
            <a:solidFill>
              <a:srgbClr val="94A3B8"/>
            </a:solidFill>
            <a:prstDash val="dash"/>
          </a:ln>
        </p:spPr>
      </p:sp>
      <p:sp>
        <p:nvSpPr>
          <p:cNvPr id="247" name="LINK_visible_candidate_1">
            <a:extLst>
              <a:ext uri="{FF2B5EF4-FFF2-40B4-BE49-F238E27FC236}">
                <a16:creationId xmlns:a16="http://schemas.microsoft.com/office/drawing/2014/main" id="{64B9E267-1DBF-BC23-984F-6DFC41E04E43}"/>
              </a:ext>
            </a:extLst>
          </p:cNvPr>
          <p:cNvSpPr>
            <a:spLocks noGrp="1"/>
          </p:cNvSpPr>
          <p:nvPr/>
        </p:nvSpPr>
        <p:spPr>
          <a:xfrm rot="553031" flipH="1">
            <a:off x="-1073925" y="1436108"/>
            <a:ext cx="8663827" cy="6217609"/>
          </a:xfrm>
          <a:custGeom>
            <a:avLst/>
            <a:gdLst/>
            <a:ahLst/>
            <a:cxnLst/>
            <a:rect l="0" t="0" r="0" b="0"/>
            <a:pathLst>
              <a:path w="15240000" h="10668000">
                <a:moveTo>
                  <a:pt x="3429000" y="5219700"/>
                </a:moveTo>
                <a:lnTo>
                  <a:pt x="7600950" y="2724150"/>
                </a:lnTo>
              </a:path>
            </a:pathLst>
          </a:custGeom>
          <a:noFill/>
          <a:ln w="12859">
            <a:solidFill>
              <a:srgbClr val="94A3B8"/>
            </a:solidFill>
            <a:prstDash val="dash"/>
          </a:ln>
        </p:spPr>
      </p:sp>
      <p:pic>
        <p:nvPicPr>
          <p:cNvPr id="152" name="IMG_satellite_center">
            <a:extLst>
              <a:ext uri="{FF2B5EF4-FFF2-40B4-BE49-F238E27FC236}">
                <a16:creationId xmlns:a16="http://schemas.microsoft.com/office/drawing/2014/main" id="{65ED5A06-3A1C-19DB-AD77-C77FE1F04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53225" y="1879208"/>
            <a:ext cx="1695450" cy="1500618"/>
          </a:xfrm>
          <a:prstGeom prst="rect">
            <a:avLst/>
          </a:prstGeom>
        </p:spPr>
      </p:pic>
      <p:pic>
        <p:nvPicPr>
          <p:cNvPr id="151" name="IMG_satellite_back_left">
            <a:extLst>
              <a:ext uri="{FF2B5EF4-FFF2-40B4-BE49-F238E27FC236}">
                <a16:creationId xmlns:a16="http://schemas.microsoft.com/office/drawing/2014/main" id="{E885C2D0-87CE-1159-AD81-ED3FFDE2A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86799" y="2055623"/>
            <a:ext cx="1420541" cy="1257300"/>
          </a:xfrm>
          <a:prstGeom prst="rect">
            <a:avLst/>
          </a:prstGeom>
        </p:spPr>
      </p:pic>
      <p:pic>
        <p:nvPicPr>
          <p:cNvPr id="153" name="IMG_satellite_back_right">
            <a:extLst>
              <a:ext uri="{FF2B5EF4-FFF2-40B4-BE49-F238E27FC236}">
                <a16:creationId xmlns:a16="http://schemas.microsoft.com/office/drawing/2014/main" id="{09C032ED-BC7B-F5A8-4D0F-CA383C23E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11736" y="2217476"/>
            <a:ext cx="1377494" cy="1219200"/>
          </a:xfrm>
          <a:prstGeom prst="rect">
            <a:avLst/>
          </a:prstGeom>
        </p:spPr>
      </p:pic>
      <p:sp>
        <p:nvSpPr>
          <p:cNvPr id="249" name="QUEUE_uav_1_queue_cell_1">
            <a:extLst>
              <a:ext uri="{FF2B5EF4-FFF2-40B4-BE49-F238E27FC236}">
                <a16:creationId xmlns:a16="http://schemas.microsoft.com/office/drawing/2014/main" id="{647C0BC1-EAAB-0189-292C-4BFFA7AAABC9}"/>
              </a:ext>
            </a:extLst>
          </p:cNvPr>
          <p:cNvSpPr>
            <a:spLocks noGrp="1"/>
          </p:cNvSpPr>
          <p:nvPr/>
        </p:nvSpPr>
        <p:spPr>
          <a:xfrm>
            <a:off x="5055377" y="5128641"/>
            <a:ext cx="108585" cy="86868"/>
          </a:xfrm>
          <a:prstGeom prst="roundRect">
            <a:avLst>
              <a:gd name="adj" fmla="val 21930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50" name="QUEUE_uav_1_queue_cell_2">
            <a:extLst>
              <a:ext uri="{FF2B5EF4-FFF2-40B4-BE49-F238E27FC236}">
                <a16:creationId xmlns:a16="http://schemas.microsoft.com/office/drawing/2014/main" id="{386B0AFA-BEA3-F4E2-DCB3-593E32AE1963}"/>
              </a:ext>
            </a:extLst>
          </p:cNvPr>
          <p:cNvSpPr>
            <a:spLocks noGrp="1"/>
          </p:cNvSpPr>
          <p:nvPr/>
        </p:nvSpPr>
        <p:spPr>
          <a:xfrm>
            <a:off x="5055377" y="5020056"/>
            <a:ext cx="108585" cy="86868"/>
          </a:xfrm>
          <a:prstGeom prst="roundRect">
            <a:avLst>
              <a:gd name="adj" fmla="val 21930"/>
            </a:avLst>
          </a:prstGeom>
          <a:solidFill>
            <a:srgbClr val="DBEA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51" name="QUEUE_uav_1_queue_cell_3">
            <a:extLst>
              <a:ext uri="{FF2B5EF4-FFF2-40B4-BE49-F238E27FC236}">
                <a16:creationId xmlns:a16="http://schemas.microsoft.com/office/drawing/2014/main" id="{35B96A1E-7C44-940B-441E-923526D70EA0}"/>
              </a:ext>
            </a:extLst>
          </p:cNvPr>
          <p:cNvSpPr>
            <a:spLocks noGrp="1"/>
          </p:cNvSpPr>
          <p:nvPr/>
        </p:nvSpPr>
        <p:spPr>
          <a:xfrm>
            <a:off x="5055377" y="4911471"/>
            <a:ext cx="108585" cy="86868"/>
          </a:xfrm>
          <a:prstGeom prst="roundRect">
            <a:avLst>
              <a:gd name="adj" fmla="val 21930"/>
            </a:avLst>
          </a:prstGeom>
          <a:solidFill>
            <a:srgbClr val="93C5FD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52" name="QUEUE_uav_1_queue_cell_4">
            <a:extLst>
              <a:ext uri="{FF2B5EF4-FFF2-40B4-BE49-F238E27FC236}">
                <a16:creationId xmlns:a16="http://schemas.microsoft.com/office/drawing/2014/main" id="{0F609976-D136-05DC-BCA4-D37B19C84738}"/>
              </a:ext>
            </a:extLst>
          </p:cNvPr>
          <p:cNvSpPr>
            <a:spLocks noGrp="1"/>
          </p:cNvSpPr>
          <p:nvPr/>
        </p:nvSpPr>
        <p:spPr>
          <a:xfrm>
            <a:off x="5055377" y="4802886"/>
            <a:ext cx="108585" cy="86868"/>
          </a:xfrm>
          <a:prstGeom prst="roundRect">
            <a:avLst>
              <a:gd name="adj" fmla="val 21930"/>
            </a:avLst>
          </a:prstGeom>
          <a:solidFill>
            <a:srgbClr val="60A5FA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54" name="QUEUE_uav_1_queue_cell_1">
            <a:extLst>
              <a:ext uri="{FF2B5EF4-FFF2-40B4-BE49-F238E27FC236}">
                <a16:creationId xmlns:a16="http://schemas.microsoft.com/office/drawing/2014/main" id="{9562C518-81F6-C134-ED94-655ED9D21D01}"/>
              </a:ext>
            </a:extLst>
          </p:cNvPr>
          <p:cNvSpPr>
            <a:spLocks noGrp="1"/>
          </p:cNvSpPr>
          <p:nvPr/>
        </p:nvSpPr>
        <p:spPr>
          <a:xfrm>
            <a:off x="10169619" y="5343525"/>
            <a:ext cx="108585" cy="86868"/>
          </a:xfrm>
          <a:prstGeom prst="roundRect">
            <a:avLst>
              <a:gd name="adj" fmla="val 21930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55" name="QUEUE_uav_1_queue_cell_2">
            <a:extLst>
              <a:ext uri="{FF2B5EF4-FFF2-40B4-BE49-F238E27FC236}">
                <a16:creationId xmlns:a16="http://schemas.microsoft.com/office/drawing/2014/main" id="{8B917455-EC35-059B-E6DC-86E6A7C89C13}"/>
              </a:ext>
            </a:extLst>
          </p:cNvPr>
          <p:cNvSpPr>
            <a:spLocks noGrp="1"/>
          </p:cNvSpPr>
          <p:nvPr/>
        </p:nvSpPr>
        <p:spPr>
          <a:xfrm>
            <a:off x="10169619" y="5234940"/>
            <a:ext cx="108585" cy="86868"/>
          </a:xfrm>
          <a:prstGeom prst="roundRect">
            <a:avLst>
              <a:gd name="adj" fmla="val 21930"/>
            </a:avLst>
          </a:prstGeom>
          <a:solidFill>
            <a:srgbClr val="DBEA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56" name="QUEUE_uav_1_queue_cell_3">
            <a:extLst>
              <a:ext uri="{FF2B5EF4-FFF2-40B4-BE49-F238E27FC236}">
                <a16:creationId xmlns:a16="http://schemas.microsoft.com/office/drawing/2014/main" id="{B54915A7-4DA7-ED31-7E4A-F5AA84B3D07E}"/>
              </a:ext>
            </a:extLst>
          </p:cNvPr>
          <p:cNvSpPr>
            <a:spLocks noGrp="1"/>
          </p:cNvSpPr>
          <p:nvPr/>
        </p:nvSpPr>
        <p:spPr>
          <a:xfrm>
            <a:off x="10169619" y="5126355"/>
            <a:ext cx="108585" cy="86868"/>
          </a:xfrm>
          <a:prstGeom prst="roundRect">
            <a:avLst>
              <a:gd name="adj" fmla="val 21930"/>
            </a:avLst>
          </a:prstGeom>
          <a:solidFill>
            <a:srgbClr val="93C5FD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59" name="QUEUE_leo_2_queue_cell_1">
            <a:extLst>
              <a:ext uri="{FF2B5EF4-FFF2-40B4-BE49-F238E27FC236}">
                <a16:creationId xmlns:a16="http://schemas.microsoft.com/office/drawing/2014/main" id="{5D3F3963-7905-D68B-FE79-A6A76483847F}"/>
              </a:ext>
            </a:extLst>
          </p:cNvPr>
          <p:cNvSpPr>
            <a:spLocks noGrp="1"/>
          </p:cNvSpPr>
          <p:nvPr/>
        </p:nvSpPr>
        <p:spPr>
          <a:xfrm>
            <a:off x="4306120" y="2755102"/>
            <a:ext cx="125730" cy="100584"/>
          </a:xfrm>
          <a:prstGeom prst="roundRect">
            <a:avLst>
              <a:gd name="adj" fmla="val 18939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60" name="QUEUE_leo_2_queue_cell_2">
            <a:extLst>
              <a:ext uri="{FF2B5EF4-FFF2-40B4-BE49-F238E27FC236}">
                <a16:creationId xmlns:a16="http://schemas.microsoft.com/office/drawing/2014/main" id="{06D182D1-FA1C-22E9-A109-E6A4AA542BCD}"/>
              </a:ext>
            </a:extLst>
          </p:cNvPr>
          <p:cNvSpPr>
            <a:spLocks noGrp="1"/>
          </p:cNvSpPr>
          <p:nvPr/>
        </p:nvSpPr>
        <p:spPr>
          <a:xfrm>
            <a:off x="4306120" y="2629372"/>
            <a:ext cx="125730" cy="100584"/>
          </a:xfrm>
          <a:prstGeom prst="roundRect">
            <a:avLst>
              <a:gd name="adj" fmla="val 18939"/>
            </a:avLst>
          </a:prstGeom>
          <a:solidFill>
            <a:srgbClr val="DDD6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61" name="QUEUE_leo_2_queue_cell_3">
            <a:extLst>
              <a:ext uri="{FF2B5EF4-FFF2-40B4-BE49-F238E27FC236}">
                <a16:creationId xmlns:a16="http://schemas.microsoft.com/office/drawing/2014/main" id="{E2DFBA64-BF02-ADDB-44BD-44CAC1C85B0C}"/>
              </a:ext>
            </a:extLst>
          </p:cNvPr>
          <p:cNvSpPr>
            <a:spLocks noGrp="1"/>
          </p:cNvSpPr>
          <p:nvPr/>
        </p:nvSpPr>
        <p:spPr>
          <a:xfrm>
            <a:off x="4306120" y="2503642"/>
            <a:ext cx="125730" cy="100584"/>
          </a:xfrm>
          <a:prstGeom prst="roundRect">
            <a:avLst>
              <a:gd name="adj" fmla="val 18939"/>
            </a:avLst>
          </a:prstGeom>
          <a:solidFill>
            <a:srgbClr val="C4B5FD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73" name="QUEUE_leo_2_queue_cell_1">
            <a:extLst>
              <a:ext uri="{FF2B5EF4-FFF2-40B4-BE49-F238E27FC236}">
                <a16:creationId xmlns:a16="http://schemas.microsoft.com/office/drawing/2014/main" id="{CB4D3B15-FA27-6CAD-7306-4BD09AEB1D26}"/>
              </a:ext>
            </a:extLst>
          </p:cNvPr>
          <p:cNvSpPr>
            <a:spLocks noGrp="1"/>
          </p:cNvSpPr>
          <p:nvPr/>
        </p:nvSpPr>
        <p:spPr>
          <a:xfrm>
            <a:off x="12802922" y="3143287"/>
            <a:ext cx="125730" cy="100584"/>
          </a:xfrm>
          <a:prstGeom prst="roundRect">
            <a:avLst>
              <a:gd name="adj" fmla="val 18939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74" name="QUEUE_leo_2_queue_cell_2">
            <a:extLst>
              <a:ext uri="{FF2B5EF4-FFF2-40B4-BE49-F238E27FC236}">
                <a16:creationId xmlns:a16="http://schemas.microsoft.com/office/drawing/2014/main" id="{F6EC5ABD-6D6B-36B1-DFE6-C7EE5C436DE1}"/>
              </a:ext>
            </a:extLst>
          </p:cNvPr>
          <p:cNvSpPr>
            <a:spLocks noGrp="1"/>
          </p:cNvSpPr>
          <p:nvPr/>
        </p:nvSpPr>
        <p:spPr>
          <a:xfrm>
            <a:off x="12802922" y="3017557"/>
            <a:ext cx="125730" cy="100584"/>
          </a:xfrm>
          <a:prstGeom prst="roundRect">
            <a:avLst>
              <a:gd name="adj" fmla="val 18939"/>
            </a:avLst>
          </a:prstGeom>
          <a:solidFill>
            <a:srgbClr val="DDD6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75" name="QUEUE_leo_2_queue_cell_3">
            <a:extLst>
              <a:ext uri="{FF2B5EF4-FFF2-40B4-BE49-F238E27FC236}">
                <a16:creationId xmlns:a16="http://schemas.microsoft.com/office/drawing/2014/main" id="{E0647648-9B34-7ECC-AE83-DB7302E67C67}"/>
              </a:ext>
            </a:extLst>
          </p:cNvPr>
          <p:cNvSpPr>
            <a:spLocks noGrp="1"/>
          </p:cNvSpPr>
          <p:nvPr/>
        </p:nvSpPr>
        <p:spPr>
          <a:xfrm>
            <a:off x="12802922" y="2891827"/>
            <a:ext cx="125730" cy="100584"/>
          </a:xfrm>
          <a:prstGeom prst="roundRect">
            <a:avLst>
              <a:gd name="adj" fmla="val 18939"/>
            </a:avLst>
          </a:prstGeom>
          <a:solidFill>
            <a:srgbClr val="C4B5FD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276" name="QUEUE_leo_2_queue_cell_4">
            <a:extLst>
              <a:ext uri="{FF2B5EF4-FFF2-40B4-BE49-F238E27FC236}">
                <a16:creationId xmlns:a16="http://schemas.microsoft.com/office/drawing/2014/main" id="{67F8AE33-7145-C8BD-6946-F02E5121D9AC}"/>
              </a:ext>
            </a:extLst>
          </p:cNvPr>
          <p:cNvSpPr>
            <a:spLocks noGrp="1"/>
          </p:cNvSpPr>
          <p:nvPr/>
        </p:nvSpPr>
        <p:spPr>
          <a:xfrm>
            <a:off x="12802922" y="2766097"/>
            <a:ext cx="125730" cy="100584"/>
          </a:xfrm>
          <a:prstGeom prst="roundRect">
            <a:avLst>
              <a:gd name="adj" fmla="val 18939"/>
            </a:avLst>
          </a:prstGeom>
          <a:solidFill>
            <a:srgbClr val="A78BFA"/>
          </a:solidFill>
          <a:ln w="8573">
            <a:solidFill>
              <a:srgbClr val="64748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4823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ALETTE_title">
            <a:extLst>
              <a:ext uri="{FF2B5EF4-FFF2-40B4-BE49-F238E27FC236}">
                <a16:creationId xmlns:a16="http://schemas.microsoft.com/office/drawing/2014/main" id="{5376769A-6C8D-4B24-89B1-403EB014851E}"/>
              </a:ext>
            </a:extLst>
          </p:cNvPr>
          <p:cNvSpPr>
            <a:spLocks noGrp="1"/>
          </p:cNvSpPr>
          <p:nvPr/>
        </p:nvSpPr>
        <p:spPr>
          <a:xfrm>
            <a:off x="476250" y="323850"/>
            <a:ext cx="619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0F172A"/>
                </a:solidFill>
              </a:defRPr>
            </a:pPr>
            <a:r>
              <a:rPr sz="2550" b="1" i="0">
                <a:solidFill>
                  <a:srgbClr val="0F172A"/>
                </a:solidFill>
              </a:rPr>
              <a:t>System Model Asset Palette</a:t>
            </a:r>
          </a:p>
        </p:txBody>
      </p:sp>
      <p:sp>
        <p:nvSpPr>
          <p:cNvPr id="2" name="PALETTE_note">
            <a:extLst>
              <a:ext uri="{FF2B5EF4-FFF2-40B4-BE49-F238E27FC236}">
                <a16:creationId xmlns:a16="http://schemas.microsoft.com/office/drawing/2014/main" id="{1E3E4A1D-68A5-4E30-B251-96775412A9A0}"/>
              </a:ext>
            </a:extLst>
          </p:cNvPr>
          <p:cNvSpPr>
            <a:spLocks noGrp="1"/>
          </p:cNvSpPr>
          <p:nvPr/>
        </p:nvSpPr>
        <p:spPr>
          <a:xfrm>
            <a:off x="476250" y="742950"/>
            <a:ext cx="11144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475569"/>
                </a:solidFill>
              </a:defRPr>
            </a:pPr>
            <a:r>
              <a:rPr sz="1275" b="0" i="0">
                <a:solidFill>
                  <a:srgbClr val="475569"/>
                </a:solidFill>
              </a:rPr>
              <a:t>Concrete objects are separate PNG layers. Queue cells, coverage regions, trajectories, and links are native PowerPoint shapes.</a:t>
            </a:r>
          </a:p>
        </p:txBody>
      </p:sp>
      <p:sp>
        <p:nvSpPr>
          <p:cNvPr id="3" name="PALETTE_frame_1">
            <a:extLst>
              <a:ext uri="{FF2B5EF4-FFF2-40B4-BE49-F238E27FC236}">
                <a16:creationId xmlns:a16="http://schemas.microsoft.com/office/drawing/2014/main" id="{668E8A4E-6980-4A18-98EA-1AF58C416232}"/>
              </a:ext>
            </a:extLst>
          </p:cNvPr>
          <p:cNvSpPr>
            <a:spLocks noGrp="1"/>
          </p:cNvSpPr>
          <p:nvPr/>
        </p:nvSpPr>
        <p:spPr>
          <a:xfrm>
            <a:off x="571500" y="1257300"/>
            <a:ext cx="3286125" cy="215265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0478">
            <a:solidFill>
              <a:srgbClr val="DBE4EF"/>
            </a:solidFill>
            <a:prstDash val="solid"/>
          </a:ln>
        </p:spPr>
      </p:sp>
      <p:pic>
        <p:nvPicPr>
          <p:cNvPr id="42" name="PALETTE_img_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07437" y="1466850"/>
            <a:ext cx="1614251" cy="1428750"/>
          </a:xfrm>
          <a:prstGeom prst="rect">
            <a:avLst/>
          </a:prstGeom>
        </p:spPr>
      </p:pic>
      <p:sp>
        <p:nvSpPr>
          <p:cNvPr id="5" name="PALETTE_label_1">
            <a:extLst>
              <a:ext uri="{FF2B5EF4-FFF2-40B4-BE49-F238E27FC236}">
                <a16:creationId xmlns:a16="http://schemas.microsoft.com/office/drawing/2014/main" id="{90B40765-25BE-47E2-93C0-5F857168A4A7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3057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0F172A"/>
                </a:solidFill>
              </a:defRPr>
            </a:pPr>
            <a:r>
              <a:rPr sz="1200" b="1" i="0">
                <a:solidFill>
                  <a:srgbClr val="0F172A"/>
                </a:solidFill>
              </a:rPr>
              <a:t>LEO satellite</a:t>
            </a:r>
          </a:p>
        </p:txBody>
      </p:sp>
      <p:sp>
        <p:nvSpPr>
          <p:cNvPr id="6" name="PALETTE_frame_2">
            <a:extLst>
              <a:ext uri="{FF2B5EF4-FFF2-40B4-BE49-F238E27FC236}">
                <a16:creationId xmlns:a16="http://schemas.microsoft.com/office/drawing/2014/main" id="{E715EBF4-E536-44A7-B40B-6887D2893923}"/>
              </a:ext>
            </a:extLst>
          </p:cNvPr>
          <p:cNvSpPr>
            <a:spLocks noGrp="1"/>
          </p:cNvSpPr>
          <p:nvPr/>
        </p:nvSpPr>
        <p:spPr>
          <a:xfrm>
            <a:off x="4191000" y="1257300"/>
            <a:ext cx="3286125" cy="215265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0478">
            <a:solidFill>
              <a:srgbClr val="DBE4EF"/>
            </a:solidFill>
            <a:prstDash val="solid"/>
          </a:ln>
        </p:spPr>
      </p:sp>
      <p:pic>
        <p:nvPicPr>
          <p:cNvPr id="45" name="PALETTE_img_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819176" y="1466850"/>
            <a:ext cx="2029774" cy="1428750"/>
          </a:xfrm>
          <a:prstGeom prst="rect">
            <a:avLst/>
          </a:prstGeom>
        </p:spPr>
      </p:pic>
      <p:sp>
        <p:nvSpPr>
          <p:cNvPr id="8" name="PALETTE_label_2">
            <a:extLst>
              <a:ext uri="{FF2B5EF4-FFF2-40B4-BE49-F238E27FC236}">
                <a16:creationId xmlns:a16="http://schemas.microsoft.com/office/drawing/2014/main" id="{799514DA-F01C-43CB-AE52-4C73F5DAD0D1}"/>
              </a:ext>
            </a:extLst>
          </p:cNvPr>
          <p:cNvSpPr>
            <a:spLocks noGrp="1"/>
          </p:cNvSpPr>
          <p:nvPr/>
        </p:nvSpPr>
        <p:spPr>
          <a:xfrm>
            <a:off x="4305300" y="3028950"/>
            <a:ext cx="3057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0F172A"/>
                </a:solidFill>
              </a:defRPr>
            </a:pPr>
            <a:r>
              <a:rPr sz="1200" b="1" i="0">
                <a:solidFill>
                  <a:srgbClr val="0F172A"/>
                </a:solidFill>
              </a:rPr>
              <a:t>UAV relay</a:t>
            </a:r>
          </a:p>
        </p:txBody>
      </p:sp>
      <p:sp>
        <p:nvSpPr>
          <p:cNvPr id="9" name="PALETTE_frame_3">
            <a:extLst>
              <a:ext uri="{FF2B5EF4-FFF2-40B4-BE49-F238E27FC236}">
                <a16:creationId xmlns:a16="http://schemas.microsoft.com/office/drawing/2014/main" id="{2F1EE0D9-473D-44E1-A093-314E5D24FA68}"/>
              </a:ext>
            </a:extLst>
          </p:cNvPr>
          <p:cNvSpPr>
            <a:spLocks noGrp="1"/>
          </p:cNvSpPr>
          <p:nvPr/>
        </p:nvSpPr>
        <p:spPr>
          <a:xfrm>
            <a:off x="7810500" y="1257300"/>
            <a:ext cx="3286125" cy="215265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0478">
            <a:solidFill>
              <a:srgbClr val="DBE4EF"/>
            </a:solidFill>
            <a:prstDash val="solid"/>
          </a:ln>
        </p:spPr>
      </p:sp>
      <p:pic>
        <p:nvPicPr>
          <p:cNvPr id="48" name="PALETTE_img_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968132" y="1466850"/>
            <a:ext cx="970861" cy="1428750"/>
          </a:xfrm>
          <a:prstGeom prst="rect">
            <a:avLst/>
          </a:prstGeom>
        </p:spPr>
      </p:pic>
      <p:sp>
        <p:nvSpPr>
          <p:cNvPr id="11" name="PALETTE_label_3">
            <a:extLst>
              <a:ext uri="{FF2B5EF4-FFF2-40B4-BE49-F238E27FC236}">
                <a16:creationId xmlns:a16="http://schemas.microsoft.com/office/drawing/2014/main" id="{0B3DD6FB-58A4-4215-9EE1-97182232AB88}"/>
              </a:ext>
            </a:extLst>
          </p:cNvPr>
          <p:cNvSpPr>
            <a:spLocks noGrp="1"/>
          </p:cNvSpPr>
          <p:nvPr/>
        </p:nvSpPr>
        <p:spPr>
          <a:xfrm>
            <a:off x="7924800" y="3028950"/>
            <a:ext cx="3057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0F172A"/>
                </a:solidFill>
              </a:defRPr>
            </a:pPr>
            <a:r>
              <a:rPr sz="1200" b="1" i="0">
                <a:solidFill>
                  <a:srgbClr val="0F172A"/>
                </a:solidFill>
              </a:rPr>
              <a:t>Ground user</a:t>
            </a:r>
          </a:p>
        </p:txBody>
      </p:sp>
      <p:sp>
        <p:nvSpPr>
          <p:cNvPr id="12" name="PALETTE_frame_4">
            <a:extLst>
              <a:ext uri="{FF2B5EF4-FFF2-40B4-BE49-F238E27FC236}">
                <a16:creationId xmlns:a16="http://schemas.microsoft.com/office/drawing/2014/main" id="{B583E927-7BF0-4641-8072-90FBC37BFA78}"/>
              </a:ext>
            </a:extLst>
          </p:cNvPr>
          <p:cNvSpPr>
            <a:spLocks noGrp="1"/>
          </p:cNvSpPr>
          <p:nvPr/>
        </p:nvSpPr>
        <p:spPr>
          <a:xfrm>
            <a:off x="11430000" y="1257300"/>
            <a:ext cx="3286125" cy="215265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0478">
            <a:solidFill>
              <a:srgbClr val="DBE4EF"/>
            </a:solidFill>
            <a:prstDash val="solid"/>
          </a:ln>
        </p:spPr>
      </p:sp>
      <p:pic>
        <p:nvPicPr>
          <p:cNvPr id="51" name="PALETTE_img_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2324489" y="1466850"/>
            <a:ext cx="1497148" cy="1428750"/>
          </a:xfrm>
          <a:prstGeom prst="rect">
            <a:avLst/>
          </a:prstGeom>
        </p:spPr>
      </p:pic>
      <p:sp>
        <p:nvSpPr>
          <p:cNvPr id="14" name="PALETTE_label_4">
            <a:extLst>
              <a:ext uri="{FF2B5EF4-FFF2-40B4-BE49-F238E27FC236}">
                <a16:creationId xmlns:a16="http://schemas.microsoft.com/office/drawing/2014/main" id="{F97E88ED-B1E5-40C9-AA44-8795CE995D29}"/>
              </a:ext>
            </a:extLst>
          </p:cNvPr>
          <p:cNvSpPr>
            <a:spLocks noGrp="1"/>
          </p:cNvSpPr>
          <p:nvPr/>
        </p:nvSpPr>
        <p:spPr>
          <a:xfrm>
            <a:off x="11544300" y="3028950"/>
            <a:ext cx="3057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0F172A"/>
                </a:solidFill>
              </a:defRPr>
            </a:pPr>
            <a:r>
              <a:rPr sz="1200" b="1" i="0">
                <a:solidFill>
                  <a:srgbClr val="0F172A"/>
                </a:solidFill>
              </a:rPr>
              <a:t>Vehicle</a:t>
            </a:r>
          </a:p>
        </p:txBody>
      </p:sp>
      <p:sp>
        <p:nvSpPr>
          <p:cNvPr id="15" name="PALETTE_frame_5">
            <a:extLst>
              <a:ext uri="{FF2B5EF4-FFF2-40B4-BE49-F238E27FC236}">
                <a16:creationId xmlns:a16="http://schemas.microsoft.com/office/drawing/2014/main" id="{22BD907F-871A-47FB-BC1D-6018AF465B4D}"/>
              </a:ext>
            </a:extLst>
          </p:cNvPr>
          <p:cNvSpPr>
            <a:spLocks noGrp="1"/>
          </p:cNvSpPr>
          <p:nvPr/>
        </p:nvSpPr>
        <p:spPr>
          <a:xfrm>
            <a:off x="571500" y="3600450"/>
            <a:ext cx="3286125" cy="215265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0478">
            <a:solidFill>
              <a:srgbClr val="DBE4EF"/>
            </a:solidFill>
            <a:prstDash val="solid"/>
          </a:ln>
        </p:spPr>
      </p:sp>
      <p:pic>
        <p:nvPicPr>
          <p:cNvPr id="54" name="PALETTE_img_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750376" y="3810000"/>
            <a:ext cx="928373" cy="1428750"/>
          </a:xfrm>
          <a:prstGeom prst="rect">
            <a:avLst/>
          </a:prstGeom>
        </p:spPr>
      </p:pic>
      <p:sp>
        <p:nvSpPr>
          <p:cNvPr id="17" name="PALETTE_label_5">
            <a:extLst>
              <a:ext uri="{FF2B5EF4-FFF2-40B4-BE49-F238E27FC236}">
                <a16:creationId xmlns:a16="http://schemas.microsoft.com/office/drawing/2014/main" id="{BDC1F32A-F7B7-4C15-8000-261A560D6FBF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3057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0F172A"/>
                </a:solidFill>
              </a:defRPr>
            </a:pPr>
            <a:r>
              <a:rPr sz="1200" b="1" i="0">
                <a:solidFill>
                  <a:srgbClr val="0F172A"/>
                </a:solidFill>
              </a:rPr>
              <a:t>Ground terminal</a:t>
            </a:r>
          </a:p>
        </p:txBody>
      </p:sp>
      <p:sp>
        <p:nvSpPr>
          <p:cNvPr id="18" name="PALETTE_frame_6">
            <a:extLst>
              <a:ext uri="{FF2B5EF4-FFF2-40B4-BE49-F238E27FC236}">
                <a16:creationId xmlns:a16="http://schemas.microsoft.com/office/drawing/2014/main" id="{8C27B02E-9114-461D-9C76-EE0B0BD2F778}"/>
              </a:ext>
            </a:extLst>
          </p:cNvPr>
          <p:cNvSpPr>
            <a:spLocks noGrp="1"/>
          </p:cNvSpPr>
          <p:nvPr/>
        </p:nvSpPr>
        <p:spPr>
          <a:xfrm>
            <a:off x="4191000" y="3600450"/>
            <a:ext cx="3286125" cy="215265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0478">
            <a:solidFill>
              <a:srgbClr val="DBE4EF"/>
            </a:solidFill>
            <a:prstDash val="solid"/>
          </a:ln>
        </p:spPr>
      </p:sp>
      <p:pic>
        <p:nvPicPr>
          <p:cNvPr id="57" name="PALETTE_img_6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981683" y="3810000"/>
            <a:ext cx="1704759" cy="1428750"/>
          </a:xfrm>
          <a:prstGeom prst="rect">
            <a:avLst/>
          </a:prstGeom>
        </p:spPr>
      </p:pic>
      <p:sp>
        <p:nvSpPr>
          <p:cNvPr id="20" name="PALETTE_label_6">
            <a:extLst>
              <a:ext uri="{FF2B5EF4-FFF2-40B4-BE49-F238E27FC236}">
                <a16:creationId xmlns:a16="http://schemas.microsoft.com/office/drawing/2014/main" id="{1765600B-A31C-451B-974C-706CE916D55F}"/>
              </a:ext>
            </a:extLst>
          </p:cNvPr>
          <p:cNvSpPr>
            <a:spLocks noGrp="1"/>
          </p:cNvSpPr>
          <p:nvPr/>
        </p:nvSpPr>
        <p:spPr>
          <a:xfrm>
            <a:off x="4305300" y="5372100"/>
            <a:ext cx="3057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0F172A"/>
                </a:solidFill>
              </a:defRPr>
            </a:pPr>
            <a:r>
              <a:rPr sz="1200" b="1" i="0">
                <a:solidFill>
                  <a:srgbClr val="0F172A"/>
                </a:solidFill>
              </a:rPr>
              <a:t>Mobile devices</a:t>
            </a:r>
          </a:p>
        </p:txBody>
      </p:sp>
      <p:sp>
        <p:nvSpPr>
          <p:cNvPr id="21" name="PALETTE_frame_7">
            <a:extLst>
              <a:ext uri="{FF2B5EF4-FFF2-40B4-BE49-F238E27FC236}">
                <a16:creationId xmlns:a16="http://schemas.microsoft.com/office/drawing/2014/main" id="{F0982CA6-1F19-4B4B-B4A2-8E8F01F4FE26}"/>
              </a:ext>
            </a:extLst>
          </p:cNvPr>
          <p:cNvSpPr>
            <a:spLocks noGrp="1"/>
          </p:cNvSpPr>
          <p:nvPr/>
        </p:nvSpPr>
        <p:spPr>
          <a:xfrm>
            <a:off x="7810500" y="3600450"/>
            <a:ext cx="3286125" cy="215265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0478">
            <a:solidFill>
              <a:srgbClr val="DBE4EF"/>
            </a:solidFill>
            <a:prstDash val="solid"/>
          </a:ln>
        </p:spPr>
      </p:sp>
      <p:pic>
        <p:nvPicPr>
          <p:cNvPr id="60" name="PALETTE_img_7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8946530" y="3810000"/>
            <a:ext cx="1014064" cy="1428750"/>
          </a:xfrm>
          <a:prstGeom prst="rect">
            <a:avLst/>
          </a:prstGeom>
        </p:spPr>
      </p:pic>
      <p:sp>
        <p:nvSpPr>
          <p:cNvPr id="23" name="PALETTE_label_7">
            <a:extLst>
              <a:ext uri="{FF2B5EF4-FFF2-40B4-BE49-F238E27FC236}">
                <a16:creationId xmlns:a16="http://schemas.microsoft.com/office/drawing/2014/main" id="{0C15ABB8-6F6F-4F9A-B6D6-0196415844F4}"/>
              </a:ext>
            </a:extLst>
          </p:cNvPr>
          <p:cNvSpPr>
            <a:spLocks noGrp="1"/>
          </p:cNvSpPr>
          <p:nvPr/>
        </p:nvSpPr>
        <p:spPr>
          <a:xfrm>
            <a:off x="7924800" y="5372100"/>
            <a:ext cx="3057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0F172A"/>
                </a:solidFill>
              </a:defRPr>
            </a:pPr>
            <a:r>
              <a:rPr sz="1200" b="1" i="0">
                <a:solidFill>
                  <a:srgbClr val="0F172A"/>
                </a:solidFill>
              </a:rPr>
              <a:t>Edge server</a:t>
            </a:r>
          </a:p>
        </p:txBody>
      </p:sp>
      <p:sp>
        <p:nvSpPr>
          <p:cNvPr id="24" name="PALETTE_frame_8">
            <a:extLst>
              <a:ext uri="{FF2B5EF4-FFF2-40B4-BE49-F238E27FC236}">
                <a16:creationId xmlns:a16="http://schemas.microsoft.com/office/drawing/2014/main" id="{37373DEF-B95C-4A54-AA93-2EF0B066C843}"/>
              </a:ext>
            </a:extLst>
          </p:cNvPr>
          <p:cNvSpPr>
            <a:spLocks noGrp="1"/>
          </p:cNvSpPr>
          <p:nvPr/>
        </p:nvSpPr>
        <p:spPr>
          <a:xfrm>
            <a:off x="11430000" y="3600450"/>
            <a:ext cx="3286125" cy="215265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0478">
            <a:solidFill>
              <a:srgbClr val="DBE4EF"/>
            </a:solidFill>
            <a:prstDash val="solid"/>
          </a:ln>
        </p:spPr>
      </p:sp>
      <p:pic>
        <p:nvPicPr>
          <p:cNvPr id="63" name="PALETTE_img_8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2446576" y="3810000"/>
            <a:ext cx="1252973" cy="1428750"/>
          </a:xfrm>
          <a:prstGeom prst="rect">
            <a:avLst/>
          </a:prstGeom>
        </p:spPr>
      </p:pic>
      <p:sp>
        <p:nvSpPr>
          <p:cNvPr id="26" name="PALETTE_label_8">
            <a:extLst>
              <a:ext uri="{FF2B5EF4-FFF2-40B4-BE49-F238E27FC236}">
                <a16:creationId xmlns:a16="http://schemas.microsoft.com/office/drawing/2014/main" id="{8A0BE9B1-224C-4AA5-9622-7644EDC95519}"/>
              </a:ext>
            </a:extLst>
          </p:cNvPr>
          <p:cNvSpPr>
            <a:spLocks noGrp="1"/>
          </p:cNvSpPr>
          <p:nvPr/>
        </p:nvSpPr>
        <p:spPr>
          <a:xfrm>
            <a:off x="11544300" y="5372100"/>
            <a:ext cx="3057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0F172A"/>
                </a:solidFill>
              </a:defRPr>
            </a:pPr>
            <a:r>
              <a:rPr sz="1200" b="1" i="0">
                <a:solidFill>
                  <a:srgbClr val="0F172A"/>
                </a:solidFill>
              </a:rPr>
              <a:t>Task cube</a:t>
            </a:r>
          </a:p>
        </p:txBody>
      </p:sp>
      <p:sp>
        <p:nvSpPr>
          <p:cNvPr id="27" name="PALETTE_frame_9">
            <a:extLst>
              <a:ext uri="{FF2B5EF4-FFF2-40B4-BE49-F238E27FC236}">
                <a16:creationId xmlns:a16="http://schemas.microsoft.com/office/drawing/2014/main" id="{65679A78-8E19-4508-A8F3-80FF18508B9C}"/>
              </a:ext>
            </a:extLst>
          </p:cNvPr>
          <p:cNvSpPr>
            <a:spLocks noGrp="1"/>
          </p:cNvSpPr>
          <p:nvPr/>
        </p:nvSpPr>
        <p:spPr>
          <a:xfrm>
            <a:off x="571500" y="5943600"/>
            <a:ext cx="3286125" cy="215265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0478">
            <a:solidFill>
              <a:srgbClr val="DBE4EF"/>
            </a:solidFill>
            <a:prstDash val="solid"/>
          </a:ln>
        </p:spPr>
      </p:sp>
      <p:pic>
        <p:nvPicPr>
          <p:cNvPr id="66" name="PALETTE_img_9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831279" y="6153150"/>
            <a:ext cx="766567" cy="1428750"/>
          </a:xfrm>
          <a:prstGeom prst="rect">
            <a:avLst/>
          </a:prstGeom>
        </p:spPr>
      </p:pic>
      <p:sp>
        <p:nvSpPr>
          <p:cNvPr id="29" name="PALETTE_label_9">
            <a:extLst>
              <a:ext uri="{FF2B5EF4-FFF2-40B4-BE49-F238E27FC236}">
                <a16:creationId xmlns:a16="http://schemas.microsoft.com/office/drawing/2014/main" id="{17F74FF2-D864-44E1-9E5E-45F11D8D53EB}"/>
              </a:ext>
            </a:extLst>
          </p:cNvPr>
          <p:cNvSpPr>
            <a:spLocks noGrp="1"/>
          </p:cNvSpPr>
          <p:nvPr/>
        </p:nvSpPr>
        <p:spPr>
          <a:xfrm>
            <a:off x="685800" y="7715250"/>
            <a:ext cx="3057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0F172A"/>
                </a:solidFill>
              </a:defRPr>
            </a:pPr>
            <a:r>
              <a:rPr sz="1200" b="1" i="0">
                <a:solidFill>
                  <a:srgbClr val="0F172A"/>
                </a:solidFill>
              </a:rPr>
              <a:t>Comm/sensing tower</a:t>
            </a:r>
          </a:p>
        </p:txBody>
      </p:sp>
      <p:sp>
        <p:nvSpPr>
          <p:cNvPr id="30" name="PALETTE_frame_10">
            <a:extLst>
              <a:ext uri="{FF2B5EF4-FFF2-40B4-BE49-F238E27FC236}">
                <a16:creationId xmlns:a16="http://schemas.microsoft.com/office/drawing/2014/main" id="{E223F147-DFC0-46F2-8358-6349E00F8032}"/>
              </a:ext>
            </a:extLst>
          </p:cNvPr>
          <p:cNvSpPr>
            <a:spLocks noGrp="1"/>
          </p:cNvSpPr>
          <p:nvPr/>
        </p:nvSpPr>
        <p:spPr>
          <a:xfrm>
            <a:off x="4191000" y="5943600"/>
            <a:ext cx="3286125" cy="215265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0478">
            <a:solidFill>
              <a:srgbClr val="DBE4EF"/>
            </a:solidFill>
            <a:prstDash val="solid"/>
          </a:ln>
        </p:spPr>
      </p:sp>
      <p:pic>
        <p:nvPicPr>
          <p:cNvPr id="69" name="PALETTE_img_10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5089044" y="6153150"/>
            <a:ext cx="1490037" cy="1428750"/>
          </a:xfrm>
          <a:prstGeom prst="rect">
            <a:avLst/>
          </a:prstGeom>
        </p:spPr>
      </p:pic>
      <p:sp>
        <p:nvSpPr>
          <p:cNvPr id="32" name="PALETTE_label_10">
            <a:extLst>
              <a:ext uri="{FF2B5EF4-FFF2-40B4-BE49-F238E27FC236}">
                <a16:creationId xmlns:a16="http://schemas.microsoft.com/office/drawing/2014/main" id="{43973385-B626-4947-A315-F6EB8E172649}"/>
              </a:ext>
            </a:extLst>
          </p:cNvPr>
          <p:cNvSpPr>
            <a:spLocks noGrp="1"/>
          </p:cNvSpPr>
          <p:nvPr/>
        </p:nvSpPr>
        <p:spPr>
          <a:xfrm>
            <a:off x="4305300" y="7715250"/>
            <a:ext cx="3057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0F172A"/>
                </a:solidFill>
              </a:defRPr>
            </a:pPr>
            <a:r>
              <a:rPr sz="1200" b="1" i="0">
                <a:solidFill>
                  <a:srgbClr val="0F172A"/>
                </a:solidFill>
              </a:rPr>
              <a:t>Tree cluster</a:t>
            </a:r>
          </a:p>
        </p:txBody>
      </p:sp>
      <p:sp>
        <p:nvSpPr>
          <p:cNvPr id="33" name="PALETTE_frame_11">
            <a:extLst>
              <a:ext uri="{FF2B5EF4-FFF2-40B4-BE49-F238E27FC236}">
                <a16:creationId xmlns:a16="http://schemas.microsoft.com/office/drawing/2014/main" id="{D25A3113-4E5B-405C-B45F-5E5B06298D06}"/>
              </a:ext>
            </a:extLst>
          </p:cNvPr>
          <p:cNvSpPr>
            <a:spLocks noGrp="1"/>
          </p:cNvSpPr>
          <p:nvPr/>
        </p:nvSpPr>
        <p:spPr>
          <a:xfrm>
            <a:off x="7810500" y="5943600"/>
            <a:ext cx="3286125" cy="215265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0478">
            <a:solidFill>
              <a:srgbClr val="DBE4EF"/>
            </a:solidFill>
            <a:prstDash val="solid"/>
          </a:ln>
        </p:spPr>
      </p:sp>
      <p:pic>
        <p:nvPicPr>
          <p:cNvPr id="72" name="PALETTE_img_11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8058150" y="6321819"/>
            <a:ext cx="2790825" cy="1091412"/>
          </a:xfrm>
          <a:prstGeom prst="rect">
            <a:avLst/>
          </a:prstGeom>
        </p:spPr>
      </p:pic>
      <p:sp>
        <p:nvSpPr>
          <p:cNvPr id="35" name="PALETTE_label_11">
            <a:extLst>
              <a:ext uri="{FF2B5EF4-FFF2-40B4-BE49-F238E27FC236}">
                <a16:creationId xmlns:a16="http://schemas.microsoft.com/office/drawing/2014/main" id="{3020CC4C-C15D-44C5-90D7-96AE92277A99}"/>
              </a:ext>
            </a:extLst>
          </p:cNvPr>
          <p:cNvSpPr>
            <a:spLocks noGrp="1"/>
          </p:cNvSpPr>
          <p:nvPr/>
        </p:nvSpPr>
        <p:spPr>
          <a:xfrm>
            <a:off x="7924800" y="7715250"/>
            <a:ext cx="3057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0F172A"/>
                </a:solidFill>
              </a:defRPr>
            </a:pPr>
            <a:r>
              <a:rPr sz="1200" b="1" i="0">
                <a:solidFill>
                  <a:srgbClr val="0F172A"/>
                </a:solidFill>
              </a:rPr>
              <a:t>Hill terrain</a:t>
            </a:r>
          </a:p>
        </p:txBody>
      </p:sp>
      <p:sp>
        <p:nvSpPr>
          <p:cNvPr id="36" name="PALETTE_frame_12">
            <a:extLst>
              <a:ext uri="{FF2B5EF4-FFF2-40B4-BE49-F238E27FC236}">
                <a16:creationId xmlns:a16="http://schemas.microsoft.com/office/drawing/2014/main" id="{C146BCF4-2F01-45FB-8D9C-C138E41CE809}"/>
              </a:ext>
            </a:extLst>
          </p:cNvPr>
          <p:cNvSpPr>
            <a:spLocks noGrp="1"/>
          </p:cNvSpPr>
          <p:nvPr/>
        </p:nvSpPr>
        <p:spPr>
          <a:xfrm>
            <a:off x="11430000" y="5943600"/>
            <a:ext cx="3286125" cy="215265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0478">
            <a:solidFill>
              <a:srgbClr val="DBE4EF"/>
            </a:solidFill>
            <a:prstDash val="solid"/>
          </a:ln>
        </p:spPr>
      </p:sp>
      <p:pic>
        <p:nvPicPr>
          <p:cNvPr id="75" name="PALETTE_img_12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11787888" y="6153150"/>
            <a:ext cx="2570349" cy="1428750"/>
          </a:xfrm>
          <a:prstGeom prst="rect">
            <a:avLst/>
          </a:prstGeom>
        </p:spPr>
      </p:pic>
      <p:sp>
        <p:nvSpPr>
          <p:cNvPr id="38" name="PALETTE_label_12">
            <a:extLst>
              <a:ext uri="{FF2B5EF4-FFF2-40B4-BE49-F238E27FC236}">
                <a16:creationId xmlns:a16="http://schemas.microsoft.com/office/drawing/2014/main" id="{1F6CBE4A-ABBE-4E3B-9051-D7A051A780A1}"/>
              </a:ext>
            </a:extLst>
          </p:cNvPr>
          <p:cNvSpPr>
            <a:spLocks noGrp="1"/>
          </p:cNvSpPr>
          <p:nvPr/>
        </p:nvSpPr>
        <p:spPr>
          <a:xfrm>
            <a:off x="11544300" y="7715250"/>
            <a:ext cx="3057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0F172A"/>
                </a:solidFill>
              </a:defRPr>
            </a:pPr>
            <a:r>
              <a:rPr sz="1200" b="1" i="0">
                <a:solidFill>
                  <a:srgbClr val="0F172A"/>
                </a:solidFill>
              </a:rPr>
              <a:t>Shrub/rocks</a:t>
            </a:r>
          </a:p>
        </p:txBody>
      </p:sp>
    </p:spTree>
    <p:extLst>
      <p:ext uri="{BB962C8B-B14F-4D97-AF65-F5344CB8AC3E}">
        <p14:creationId xmlns:p14="http://schemas.microsoft.com/office/powerpoint/2010/main" val="13831598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174</Words>
  <Application>Microsoft Macintosh PowerPoint</Application>
  <DocSecurity>0</DocSecurity>
  <PresentationFormat>自定义</PresentationFormat>
  <Paragraphs>27</Paragraphs>
  <Slides>2</Slides>
  <Notes>2</Notes>
  <HiddenSlides>1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Calibri</vt:lpstr>
      <vt:lpstr>Times New Roman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冠宇 施</cp:lastModifiedBy>
  <cp:revision>5</cp:revision>
  <dcterms:created xsi:type="dcterms:W3CDTF">2026-08-17T06:42:11Z</dcterms:created>
  <dcterms:modified xsi:type="dcterms:W3CDTF">2026-08-17T08:02:23Z</dcterms:modified>
</cp:coreProperties>
</file>