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60" r:id="rId4"/>
    <p:sldId id="258" r:id="rId5"/>
    <p:sldId id="257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E5"/>
    <a:srgbClr val="F5FDFF"/>
    <a:srgbClr val="2978B5"/>
    <a:srgbClr val="FFFFD9"/>
    <a:srgbClr val="F97315"/>
    <a:srgbClr val="FFD7AB"/>
    <a:srgbClr val="8B5CF7"/>
    <a:srgbClr val="C4B6FE"/>
    <a:srgbClr val="FEBA74"/>
    <a:srgbClr val="FC92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62"/>
    <p:restoredTop sz="94631"/>
  </p:normalViewPr>
  <p:slideViewPr>
    <p:cSldViewPr snapToGrid="0">
      <p:cViewPr>
        <p:scale>
          <a:sx n="99" d="100"/>
          <a:sy n="99" d="100"/>
        </p:scale>
        <p:origin x="205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36C1D-75CA-7A90-AC0A-34F88B077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C1F51C-8B32-B79F-7A46-FC8C77AE3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306B9-714C-BA60-F83C-A81D93B22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65F85-EB60-8DC6-60BF-94F31CAADD7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3576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EBDAD-50F8-C872-F6C9-744A2B344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5B33A-1F37-5500-3CE2-0B05D86B8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05170-3F56-2958-82CC-71B4F1CC7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EECC5-D745-71B2-340E-8886C7EB894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3521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AEFAC-374F-C4F6-58ED-E10542764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1EC47-EF49-023E-3DED-4D8D21889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A59159-7454-16FB-7261-28A88D33B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E738A-ABE1-B0DA-D88E-DEAB21C86DD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6790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emf"/><Relationship Id="rId5" Type="http://schemas.openxmlformats.org/officeDocument/2006/relationships/image" Target="../media/image3.png"/><Relationship Id="rId15" Type="http://schemas.openxmlformats.org/officeDocument/2006/relationships/image" Target="../media/image13.emf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emf"/><Relationship Id="rId14" Type="http://schemas.openxmlformats.org/officeDocument/2006/relationships/image" Target="../media/image12.emf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1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emf"/><Relationship Id="rId5" Type="http://schemas.openxmlformats.org/officeDocument/2006/relationships/image" Target="../media/image3.png"/><Relationship Id="rId15" Type="http://schemas.openxmlformats.org/officeDocument/2006/relationships/image" Target="../media/image13.emf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emf"/><Relationship Id="rId14" Type="http://schemas.openxmlformats.org/officeDocument/2006/relationships/image" Target="../media/image1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obs-panel">
            <a:extLst>
              <a:ext uri="{FF2B5EF4-FFF2-40B4-BE49-F238E27FC236}">
                <a16:creationId xmlns:a16="http://schemas.microsoft.com/office/drawing/2014/main" id="{7C551292-7D74-7BCA-1B7F-22E05F35CEF7}"/>
              </a:ext>
            </a:extLst>
          </p:cNvPr>
          <p:cNvSpPr>
            <a:spLocks/>
          </p:cNvSpPr>
          <p:nvPr/>
        </p:nvSpPr>
        <p:spPr>
          <a:xfrm>
            <a:off x="1389338" y="3043907"/>
            <a:ext cx="5253003" cy="2007506"/>
          </a:xfrm>
          <a:prstGeom prst="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C000"/>
            </a:solidFill>
            <a:prstDash val="dash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0" name="attention-panel">
            <a:extLst>
              <a:ext uri="{FF2B5EF4-FFF2-40B4-BE49-F238E27FC236}">
                <a16:creationId xmlns:a16="http://schemas.microsoft.com/office/drawing/2014/main" id="{9ADBF601-8B5E-4725-AC39-5D870666735C}"/>
              </a:ext>
            </a:extLst>
          </p:cNvPr>
          <p:cNvSpPr>
            <a:spLocks/>
          </p:cNvSpPr>
          <p:nvPr/>
        </p:nvSpPr>
        <p:spPr>
          <a:xfrm>
            <a:off x="1589668" y="398995"/>
            <a:ext cx="3608917" cy="1969901"/>
          </a:xfrm>
          <a:prstGeom prst="rect">
            <a:avLst/>
          </a:prstGeom>
          <a:solidFill>
            <a:srgbClr val="F4FBFF"/>
          </a:solidFill>
          <a:ln w="38100">
            <a:solidFill>
              <a:srgbClr val="2878B5"/>
            </a:solidFill>
            <a:prstDash val="dash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obs-panel">
            <a:extLst>
              <a:ext uri="{FF2B5EF4-FFF2-40B4-BE49-F238E27FC236}">
                <a16:creationId xmlns:a16="http://schemas.microsoft.com/office/drawing/2014/main" id="{4766D85C-125B-4700-ADA3-59E69D0A4C77}"/>
              </a:ext>
            </a:extLst>
          </p:cNvPr>
          <p:cNvSpPr>
            <a:spLocks/>
          </p:cNvSpPr>
          <p:nvPr/>
        </p:nvSpPr>
        <p:spPr>
          <a:xfrm>
            <a:off x="103239" y="107456"/>
            <a:ext cx="5241897" cy="280065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>
                <a:lumMod val="50000"/>
              </a:schemeClr>
            </a:solidFill>
            <a:prstDash val="dash"/>
          </a:ln>
        </p:spPr>
      </p:sp>
      <p:sp>
        <p:nvSpPr>
          <p:cNvPr id="153" name="右箭头 152">
            <a:extLst>
              <a:ext uri="{FF2B5EF4-FFF2-40B4-BE49-F238E27FC236}">
                <a16:creationId xmlns:a16="http://schemas.microsoft.com/office/drawing/2014/main" id="{1C398C3C-B5F0-FEBB-9573-A1E52F0AEF4D}"/>
              </a:ext>
            </a:extLst>
          </p:cNvPr>
          <p:cNvSpPr/>
          <p:nvPr/>
        </p:nvSpPr>
        <p:spPr>
          <a:xfrm>
            <a:off x="1233938" y="424546"/>
            <a:ext cx="879068" cy="2275726"/>
          </a:xfrm>
          <a:prstGeom prst="rightArrow">
            <a:avLst>
              <a:gd name="adj1" fmla="val 29097"/>
              <a:gd name="adj2" fmla="val 67822"/>
            </a:avLst>
          </a:prstGeom>
          <a:solidFill>
            <a:srgbClr val="F4FCFF">
              <a:alpha val="50000"/>
            </a:srgbClr>
          </a:solidFill>
          <a:ln>
            <a:solidFill>
              <a:srgbClr val="9AC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4C95DE4-63B4-4DF2-A0A9-0045BC6E36E4}"/>
              </a:ext>
            </a:extLst>
          </p:cNvPr>
          <p:cNvSpPr>
            <a:spLocks noGrp="1"/>
          </p:cNvSpPr>
          <p:nvPr/>
        </p:nvSpPr>
        <p:spPr>
          <a:xfrm>
            <a:off x="1591250" y="3355783"/>
            <a:ext cx="2114550" cy="219165"/>
          </a:xfrm>
          <a:prstGeom prst="rect">
            <a:avLst/>
          </a:prstGeom>
          <a:solidFill>
            <a:srgbClr val="F4FCFF"/>
          </a:solidFill>
          <a:ln w="11430">
            <a:solidFill>
              <a:srgbClr val="2978B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Mobility</a:t>
            </a:r>
            <a:r>
              <a:rPr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4E026B5-26A8-4639-9E7A-DAD40C28A818}"/>
              </a:ext>
            </a:extLst>
          </p:cNvPr>
          <p:cNvSpPr>
            <a:spLocks noGrp="1"/>
          </p:cNvSpPr>
          <p:nvPr/>
        </p:nvSpPr>
        <p:spPr>
          <a:xfrm>
            <a:off x="3772475" y="3355783"/>
            <a:ext cx="790575" cy="213016"/>
          </a:xfrm>
          <a:prstGeom prst="rect">
            <a:avLst/>
          </a:prstGeom>
          <a:solidFill>
            <a:srgbClr val="FFF0F0">
              <a:alpha val="50196"/>
            </a:srgbClr>
          </a:solidFill>
          <a:ln w="11430">
            <a:solidFill>
              <a:srgbClr val="C82423"/>
            </a:solidFill>
            <a:prstDash val="sysDash"/>
          </a:ln>
        </p:spPr>
        <p:txBody>
          <a:bodyPr wrap="square" lIns="38100" tIns="28575" rIns="38100" bIns="28575" anchor="ctr"/>
          <a:lstStyle/>
          <a:p>
            <a:pPr algn="ctr">
              <a:defRPr sz="7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Safety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F46A43F-3B41-4C76-8C5A-EDAD1509C7C9}"/>
              </a:ext>
            </a:extLst>
          </p:cNvPr>
          <p:cNvSpPr>
            <a:spLocks noGrp="1"/>
          </p:cNvSpPr>
          <p:nvPr/>
        </p:nvSpPr>
        <p:spPr>
          <a:xfrm>
            <a:off x="4629726" y="3355783"/>
            <a:ext cx="1875532" cy="214789"/>
          </a:xfrm>
          <a:prstGeom prst="rect">
            <a:avLst/>
          </a:prstGeom>
          <a:solidFill>
            <a:srgbClr val="EAF6FB">
              <a:alpha val="50196"/>
            </a:srgbClr>
          </a:solidFill>
          <a:ln w="11430">
            <a:solidFill>
              <a:srgbClr val="2878B5"/>
            </a:solidFill>
            <a:prstDash val="sysDash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Topology refresh</a:t>
            </a:r>
            <a:endParaRPr sz="9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866D7A1C-169A-AA6D-7531-79507F19D15C}"/>
              </a:ext>
            </a:extLst>
          </p:cNvPr>
          <p:cNvSpPr txBox="1"/>
          <p:nvPr/>
        </p:nvSpPr>
        <p:spPr>
          <a:xfrm>
            <a:off x="466258" y="244350"/>
            <a:ext cx="7104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UAV</a:t>
            </a:r>
            <a:r>
              <a:rPr kumimoji="1" lang="zh-CN" alt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self</a:t>
            </a:r>
            <a:endParaRPr kumimoji="1" lang="zh-CN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56637D41-2C96-7C01-3F8A-A1B360C02719}"/>
              </a:ext>
            </a:extLst>
          </p:cNvPr>
          <p:cNvSpPr txBox="1"/>
          <p:nvPr/>
        </p:nvSpPr>
        <p:spPr>
          <a:xfrm>
            <a:off x="600701" y="694959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GUs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93488EE7-090D-5185-90A5-C032980E9B24}"/>
              </a:ext>
            </a:extLst>
          </p:cNvPr>
          <p:cNvSpPr txBox="1"/>
          <p:nvPr/>
        </p:nvSpPr>
        <p:spPr>
          <a:xfrm>
            <a:off x="455839" y="1201123"/>
            <a:ext cx="7441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Satellites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24ED408B-323F-FA24-3F9D-512F191F8E0D}"/>
              </a:ext>
            </a:extLst>
          </p:cNvPr>
          <p:cNvSpPr txBox="1"/>
          <p:nvPr/>
        </p:nvSpPr>
        <p:spPr>
          <a:xfrm>
            <a:off x="422502" y="1713091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Peer-UAVs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5E4AFE98-5129-4F77-A06D-46F0BA768D1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01510" y="4550451"/>
                <a:ext cx="1609725" cy="323850"/>
              </a:xfrm>
              <a:prstGeom prst="rect">
                <a:avLst/>
              </a:prstGeom>
              <a:noFill/>
              <a:ln w="11430">
                <a:noFill/>
                <a:prstDash val="solid"/>
              </a:ln>
            </p:spPr>
            <p:txBody>
              <a:bodyPr wrap="square" lIns="38100" tIns="28575" rIns="38100" bIns="28575" anchor="ctr"/>
              <a:lstStyle/>
              <a:p>
                <a:pPr algn="ctr">
                  <a:defRPr sz="96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2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zh-CN" altLang="en-US" sz="12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𝒕</m:t>
                          </m:r>
                        </m:sub>
                      </m:sSub>
                      <m:r>
                        <a:rPr lang="en-US" altLang="zh-CN" sz="1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= (</m:t>
                      </m:r>
                      <m:sSup>
                        <m:sSupPr>
                          <m:ctrlP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𝒎</m:t>
                          </m:r>
                        </m:sup>
                      </m:sSup>
                      <m:r>
                        <a:rPr lang="en-US" altLang="zh-CN" sz="1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, </m:t>
                      </m:r>
                      <m:sSup>
                        <m:sSupPr>
                          <m:ctrlP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𝒔</m:t>
                          </m:r>
                        </m:sup>
                      </m:sSup>
                      <m:r>
                        <a:rPr lang="en-US" altLang="zh-CN" sz="1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, </m:t>
                      </m:r>
                      <m:sSup>
                        <m:sSupPr>
                          <m:ctrlP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𝒃</m:t>
                          </m:r>
                        </m:sup>
                      </m:sSup>
                      <m:r>
                        <a:rPr lang="en-US" altLang="zh-CN" sz="1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5E4AFE98-5129-4F77-A06D-46F0BA768D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510" y="4550451"/>
                <a:ext cx="1609725" cy="323850"/>
              </a:xfrm>
              <a:prstGeom prst="rect">
                <a:avLst/>
              </a:prstGeom>
              <a:blipFill>
                <a:blip r:embed="rId3"/>
                <a:stretch>
                  <a:fillRect b="-7692"/>
                </a:stretch>
              </a:blipFill>
              <a:ln w="1143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5" name="PALETTE_img_2">
            <a:extLst>
              <a:ext uri="{FF2B5EF4-FFF2-40B4-BE49-F238E27FC236}">
                <a16:creationId xmlns:a16="http://schemas.microsoft.com/office/drawing/2014/main" id="{95711113-E112-6E30-08B8-887AE17EA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9122" y="276604"/>
            <a:ext cx="281225" cy="197953"/>
          </a:xfrm>
          <a:prstGeom prst="rect">
            <a:avLst/>
          </a:prstGeom>
        </p:spPr>
      </p:pic>
      <p:pic>
        <p:nvPicPr>
          <p:cNvPr id="146" name="PALETTE_img_6">
            <a:extLst>
              <a:ext uri="{FF2B5EF4-FFF2-40B4-BE49-F238E27FC236}">
                <a16:creationId xmlns:a16="http://schemas.microsoft.com/office/drawing/2014/main" id="{B3E5200E-C1B1-FF3F-8EE6-4A0FDD6AB7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flipH="1">
            <a:off x="193954" y="724316"/>
            <a:ext cx="295167" cy="247378"/>
          </a:xfrm>
          <a:prstGeom prst="rect">
            <a:avLst/>
          </a:prstGeom>
        </p:spPr>
      </p:pic>
      <p:pic>
        <p:nvPicPr>
          <p:cNvPr id="147" name="PALETTE_img_1">
            <a:extLst>
              <a:ext uri="{FF2B5EF4-FFF2-40B4-BE49-F238E27FC236}">
                <a16:creationId xmlns:a16="http://schemas.microsoft.com/office/drawing/2014/main" id="{018D0BA8-E710-4BEC-3D41-EAC4B80983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 flipH="1">
            <a:off x="221249" y="1225346"/>
            <a:ext cx="286978" cy="254000"/>
          </a:xfrm>
          <a:prstGeom prst="rect">
            <a:avLst/>
          </a:prstGeom>
        </p:spPr>
      </p:pic>
      <p:pic>
        <p:nvPicPr>
          <p:cNvPr id="148" name="PALETTE_img_2">
            <a:extLst>
              <a:ext uri="{FF2B5EF4-FFF2-40B4-BE49-F238E27FC236}">
                <a16:creationId xmlns:a16="http://schemas.microsoft.com/office/drawing/2014/main" id="{C122EA1B-122C-F9FF-B4C6-5BD4AD97B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40585" y="1713735"/>
            <a:ext cx="281225" cy="197953"/>
          </a:xfrm>
          <a:prstGeom prst="rect">
            <a:avLst/>
          </a:prstGeom>
        </p:spPr>
      </p:pic>
      <p:pic>
        <p:nvPicPr>
          <p:cNvPr id="151" name="PALETTE_img_2">
            <a:extLst>
              <a:ext uri="{FF2B5EF4-FFF2-40B4-BE49-F238E27FC236}">
                <a16:creationId xmlns:a16="http://schemas.microsoft.com/office/drawing/2014/main" id="{82A4E336-F1D8-BA5E-7C90-69110E619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2263" y="1765399"/>
            <a:ext cx="281225" cy="197953"/>
          </a:xfrm>
          <a:prstGeom prst="rect">
            <a:avLst/>
          </a:prstGeom>
        </p:spPr>
      </p:pic>
      <p:sp>
        <p:nvSpPr>
          <p:cNvPr id="152" name="文本框 151">
            <a:extLst>
              <a:ext uri="{FF2B5EF4-FFF2-40B4-BE49-F238E27FC236}">
                <a16:creationId xmlns:a16="http://schemas.microsoft.com/office/drawing/2014/main" id="{17B1FAB1-6D44-6D07-2168-62EC24066327}"/>
              </a:ext>
            </a:extLst>
          </p:cNvPr>
          <p:cNvSpPr txBox="1"/>
          <p:nvPr/>
        </p:nvSpPr>
        <p:spPr>
          <a:xfrm>
            <a:off x="2197256" y="150958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</a:p>
        </p:txBody>
      </p:sp>
      <p:grpSp>
        <p:nvGrpSpPr>
          <p:cNvPr id="237" name="组合 236">
            <a:extLst>
              <a:ext uri="{FF2B5EF4-FFF2-40B4-BE49-F238E27FC236}">
                <a16:creationId xmlns:a16="http://schemas.microsoft.com/office/drawing/2014/main" id="{8D5A4632-87F4-27E2-B668-FB848FA2D5F3}"/>
              </a:ext>
            </a:extLst>
          </p:cNvPr>
          <p:cNvGrpSpPr/>
          <p:nvPr/>
        </p:nvGrpSpPr>
        <p:grpSpPr>
          <a:xfrm>
            <a:off x="351064" y="920122"/>
            <a:ext cx="853900" cy="238851"/>
            <a:chOff x="320850" y="1056549"/>
            <a:chExt cx="853900" cy="238851"/>
          </a:xfrm>
        </p:grpSpPr>
        <p:pic>
          <p:nvPicPr>
            <p:cNvPr id="224" name="图片 223">
              <a:extLst>
                <a:ext uri="{FF2B5EF4-FFF2-40B4-BE49-F238E27FC236}">
                  <a16:creationId xmlns:a16="http://schemas.microsoft.com/office/drawing/2014/main" id="{B1D5FAE1-61E8-E12B-F7A8-C1C48CD5E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35000"/>
            </a:blip>
            <a:stretch>
              <a:fillRect/>
            </a:stretch>
          </p:blipFill>
          <p:spPr>
            <a:xfrm>
              <a:off x="361950" y="1056549"/>
              <a:ext cx="812800" cy="1905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  <p:pic>
          <p:nvPicPr>
            <p:cNvPr id="234" name="图片 233">
              <a:extLst>
                <a:ext uri="{FF2B5EF4-FFF2-40B4-BE49-F238E27FC236}">
                  <a16:creationId xmlns:a16="http://schemas.microsoft.com/office/drawing/2014/main" id="{4C536FF0-1807-6DFB-D85A-FE9B13874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50000"/>
            </a:blip>
            <a:stretch>
              <a:fillRect/>
            </a:stretch>
          </p:blipFill>
          <p:spPr>
            <a:xfrm>
              <a:off x="341400" y="1080724"/>
              <a:ext cx="812800" cy="1905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  <p:pic>
          <p:nvPicPr>
            <p:cNvPr id="236" name="图片 235">
              <a:extLst>
                <a:ext uri="{FF2B5EF4-FFF2-40B4-BE49-F238E27FC236}">
                  <a16:creationId xmlns:a16="http://schemas.microsoft.com/office/drawing/2014/main" id="{CEFDB686-C72E-CC6F-1CCC-A4EFF2573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0850" y="1104900"/>
              <a:ext cx="812800" cy="1905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</p:grpSp>
      <p:grpSp>
        <p:nvGrpSpPr>
          <p:cNvPr id="256" name="组合 255">
            <a:extLst>
              <a:ext uri="{FF2B5EF4-FFF2-40B4-BE49-F238E27FC236}">
                <a16:creationId xmlns:a16="http://schemas.microsoft.com/office/drawing/2014/main" id="{E6E56523-F4DA-5570-6904-4BC605CFAA93}"/>
              </a:ext>
            </a:extLst>
          </p:cNvPr>
          <p:cNvGrpSpPr/>
          <p:nvPr/>
        </p:nvGrpSpPr>
        <p:grpSpPr>
          <a:xfrm>
            <a:off x="338241" y="1908373"/>
            <a:ext cx="858837" cy="241911"/>
            <a:chOff x="354188" y="563320"/>
            <a:chExt cx="858837" cy="241911"/>
          </a:xfrm>
        </p:grpSpPr>
        <p:pic>
          <p:nvPicPr>
            <p:cNvPr id="251" name="图片 250">
              <a:extLst>
                <a:ext uri="{FF2B5EF4-FFF2-40B4-BE49-F238E27FC236}">
                  <a16:creationId xmlns:a16="http://schemas.microsoft.com/office/drawing/2014/main" id="{C8462E25-09CD-00A4-1842-AF80A0F2C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35000"/>
            </a:blip>
            <a:stretch>
              <a:fillRect/>
            </a:stretch>
          </p:blipFill>
          <p:spPr>
            <a:xfrm>
              <a:off x="400225" y="563320"/>
              <a:ext cx="812800" cy="1905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  <p:pic>
          <p:nvPicPr>
            <p:cNvPr id="252" name="图片 251">
              <a:extLst>
                <a:ext uri="{FF2B5EF4-FFF2-40B4-BE49-F238E27FC236}">
                  <a16:creationId xmlns:a16="http://schemas.microsoft.com/office/drawing/2014/main" id="{75535762-CC66-4B52-4390-05CF717B5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70000"/>
            </a:blip>
            <a:stretch>
              <a:fillRect/>
            </a:stretch>
          </p:blipFill>
          <p:spPr>
            <a:xfrm>
              <a:off x="378476" y="585374"/>
              <a:ext cx="812800" cy="1905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  <p:pic>
          <p:nvPicPr>
            <p:cNvPr id="255" name="图片 254">
              <a:extLst>
                <a:ext uri="{FF2B5EF4-FFF2-40B4-BE49-F238E27FC236}">
                  <a16:creationId xmlns:a16="http://schemas.microsoft.com/office/drawing/2014/main" id="{97D3B13D-0E64-6129-D7FB-B855BD5B0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4188" y="614731"/>
              <a:ext cx="812800" cy="1905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</p:grpSp>
      <p:sp>
        <p:nvSpPr>
          <p:cNvPr id="124" name="矩形 123">
            <a:extLst>
              <a:ext uri="{FF2B5EF4-FFF2-40B4-BE49-F238E27FC236}">
                <a16:creationId xmlns:a16="http://schemas.microsoft.com/office/drawing/2014/main" id="{59663D36-9792-4AC0-91C1-C995E01857C0}"/>
              </a:ext>
            </a:extLst>
          </p:cNvPr>
          <p:cNvSpPr>
            <a:spLocks noGrp="1"/>
          </p:cNvSpPr>
          <p:nvPr/>
        </p:nvSpPr>
        <p:spPr>
          <a:xfrm>
            <a:off x="2367538" y="4479721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grpSp>
        <p:nvGrpSpPr>
          <p:cNvPr id="272" name="组合 271">
            <a:extLst>
              <a:ext uri="{FF2B5EF4-FFF2-40B4-BE49-F238E27FC236}">
                <a16:creationId xmlns:a16="http://schemas.microsoft.com/office/drawing/2014/main" id="{5AFF5E6D-FE35-9F0A-9387-6A7F9E9011B8}"/>
              </a:ext>
            </a:extLst>
          </p:cNvPr>
          <p:cNvGrpSpPr/>
          <p:nvPr/>
        </p:nvGrpSpPr>
        <p:grpSpPr>
          <a:xfrm>
            <a:off x="341537" y="1453018"/>
            <a:ext cx="860812" cy="223755"/>
            <a:chOff x="4117588" y="3340100"/>
            <a:chExt cx="860812" cy="223755"/>
          </a:xfrm>
        </p:grpSpPr>
        <p:pic>
          <p:nvPicPr>
            <p:cNvPr id="269" name="图片 268">
              <a:extLst>
                <a:ext uri="{FF2B5EF4-FFF2-40B4-BE49-F238E27FC236}">
                  <a16:creationId xmlns:a16="http://schemas.microsoft.com/office/drawing/2014/main" id="{AD18215A-A52F-BD95-D7AC-83BFE4D3C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35000"/>
            </a:blip>
            <a:stretch>
              <a:fillRect/>
            </a:stretch>
          </p:blipFill>
          <p:spPr>
            <a:xfrm>
              <a:off x="4165600" y="3340100"/>
              <a:ext cx="812800" cy="1778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  <p:pic>
          <p:nvPicPr>
            <p:cNvPr id="270" name="图片 269">
              <a:extLst>
                <a:ext uri="{FF2B5EF4-FFF2-40B4-BE49-F238E27FC236}">
                  <a16:creationId xmlns:a16="http://schemas.microsoft.com/office/drawing/2014/main" id="{2BC4946F-B841-27D2-B3DD-5D953E8C7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70000"/>
            </a:blip>
            <a:stretch>
              <a:fillRect/>
            </a:stretch>
          </p:blipFill>
          <p:spPr>
            <a:xfrm>
              <a:off x="4143375" y="3361287"/>
              <a:ext cx="812800" cy="1778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  <p:pic>
          <p:nvPicPr>
            <p:cNvPr id="271" name="图片 270">
              <a:extLst>
                <a:ext uri="{FF2B5EF4-FFF2-40B4-BE49-F238E27FC236}">
                  <a16:creationId xmlns:a16="http://schemas.microsoft.com/office/drawing/2014/main" id="{1520A6DB-BC70-2B5C-A2B6-54DFA03DD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117588" y="3386055"/>
              <a:ext cx="812800" cy="1778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</p:grpSp>
      <p:sp>
        <p:nvSpPr>
          <p:cNvPr id="126" name="矩形 125">
            <a:extLst>
              <a:ext uri="{FF2B5EF4-FFF2-40B4-BE49-F238E27FC236}">
                <a16:creationId xmlns:a16="http://schemas.microsoft.com/office/drawing/2014/main" id="{B0E53DEC-EF3B-49A8-86A1-6A1E665B3D8C}"/>
              </a:ext>
            </a:extLst>
          </p:cNvPr>
          <p:cNvSpPr>
            <a:spLocks noGrp="1"/>
          </p:cNvSpPr>
          <p:nvPr/>
        </p:nvSpPr>
        <p:spPr>
          <a:xfrm>
            <a:off x="4129663" y="3801191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pic>
        <p:nvPicPr>
          <p:cNvPr id="273" name="图片 272">
            <a:extLst>
              <a:ext uri="{FF2B5EF4-FFF2-40B4-BE49-F238E27FC236}">
                <a16:creationId xmlns:a16="http://schemas.microsoft.com/office/drawing/2014/main" id="{96AFD350-3756-52D6-2A6D-942B72D61E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475" y="453571"/>
            <a:ext cx="812800" cy="190500"/>
          </a:xfrm>
          <a:prstGeom prst="rect">
            <a:avLst/>
          </a:prstGeom>
          <a:scene3d>
            <a:camera prst="isometricLeftDown">
              <a:rot lat="2100000" lon="300000" rev="0"/>
            </a:camera>
            <a:lightRig rig="threePt" dir="t"/>
          </a:scene3d>
        </p:spPr>
      </p:pic>
      <p:sp>
        <p:nvSpPr>
          <p:cNvPr id="346" name="矩形 345">
            <a:extLst>
              <a:ext uri="{FF2B5EF4-FFF2-40B4-BE49-F238E27FC236}">
                <a16:creationId xmlns:a16="http://schemas.microsoft.com/office/drawing/2014/main" id="{3E3A059A-2865-0697-516E-04D5F7769B0A}"/>
              </a:ext>
            </a:extLst>
          </p:cNvPr>
          <p:cNvSpPr>
            <a:spLocks noGrp="1"/>
          </p:cNvSpPr>
          <p:nvPr/>
        </p:nvSpPr>
        <p:spPr>
          <a:xfrm>
            <a:off x="1456846" y="949982"/>
            <a:ext cx="545843" cy="157827"/>
          </a:xfrm>
          <a:prstGeom prst="rect">
            <a:avLst/>
          </a:prstGeom>
          <a:solidFill>
            <a:srgbClr val="EAF6FB"/>
          </a:solidFill>
          <a:ln w="11430">
            <a:solidFill>
              <a:srgbClr val="2878B5"/>
            </a:solidFill>
            <a:prstDash val="sysDash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Encoder</a:t>
            </a:r>
            <a:endParaRPr sz="9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E34561CD-E7CF-7642-2759-138AE3F51707}"/>
              </a:ext>
            </a:extLst>
          </p:cNvPr>
          <p:cNvSpPr>
            <a:spLocks noGrp="1"/>
          </p:cNvSpPr>
          <p:nvPr/>
        </p:nvSpPr>
        <p:spPr>
          <a:xfrm>
            <a:off x="1456846" y="1215791"/>
            <a:ext cx="545843" cy="157827"/>
          </a:xfrm>
          <a:prstGeom prst="rect">
            <a:avLst/>
          </a:prstGeom>
          <a:solidFill>
            <a:srgbClr val="EAF6FB"/>
          </a:solidFill>
          <a:ln w="11430">
            <a:solidFill>
              <a:srgbClr val="2878B5"/>
            </a:solidFill>
            <a:prstDash val="sysDash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Encoder</a:t>
            </a:r>
            <a:endParaRPr sz="9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A0CD0C2B-F4D1-1871-ADF0-233BA0460433}"/>
              </a:ext>
            </a:extLst>
          </p:cNvPr>
          <p:cNvSpPr>
            <a:spLocks noGrp="1"/>
          </p:cNvSpPr>
          <p:nvPr/>
        </p:nvSpPr>
        <p:spPr>
          <a:xfrm>
            <a:off x="1456846" y="1747409"/>
            <a:ext cx="545843" cy="157827"/>
          </a:xfrm>
          <a:prstGeom prst="rect">
            <a:avLst/>
          </a:prstGeom>
          <a:solidFill>
            <a:srgbClr val="EAF6FB"/>
          </a:solidFill>
          <a:ln w="11430">
            <a:solidFill>
              <a:srgbClr val="2878B5"/>
            </a:solidFill>
            <a:prstDash val="sysDash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Encoder</a:t>
            </a:r>
            <a:endParaRPr sz="9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B2C02ECD-86E0-425C-0A26-5336E83F8A93}"/>
              </a:ext>
            </a:extLst>
          </p:cNvPr>
          <p:cNvSpPr>
            <a:spLocks noGrp="1"/>
          </p:cNvSpPr>
          <p:nvPr/>
        </p:nvSpPr>
        <p:spPr>
          <a:xfrm>
            <a:off x="1456846" y="2013218"/>
            <a:ext cx="545843" cy="157827"/>
          </a:xfrm>
          <a:prstGeom prst="rect">
            <a:avLst/>
          </a:prstGeom>
          <a:solidFill>
            <a:srgbClr val="EAF6FB"/>
          </a:solidFill>
          <a:ln w="11430">
            <a:solidFill>
              <a:srgbClr val="2878B5"/>
            </a:solidFill>
            <a:prstDash val="sysDash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Encoder</a:t>
            </a:r>
            <a:endParaRPr sz="9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374" name="文本框 373">
            <a:extLst>
              <a:ext uri="{FF2B5EF4-FFF2-40B4-BE49-F238E27FC236}">
                <a16:creationId xmlns:a16="http://schemas.microsoft.com/office/drawing/2014/main" id="{B7C48E6B-6004-E1CA-1BEB-054D2B93B803}"/>
              </a:ext>
            </a:extLst>
          </p:cNvPr>
          <p:cNvSpPr txBox="1"/>
          <p:nvPr/>
        </p:nvSpPr>
        <p:spPr>
          <a:xfrm>
            <a:off x="381197" y="2174598"/>
            <a:ext cx="10999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Auxiliary token</a:t>
            </a:r>
          </a:p>
        </p:txBody>
      </p:sp>
      <p:pic>
        <p:nvPicPr>
          <p:cNvPr id="375" name="PALETTE_img_7">
            <a:extLst>
              <a:ext uri="{FF2B5EF4-FFF2-40B4-BE49-F238E27FC236}">
                <a16:creationId xmlns:a16="http://schemas.microsoft.com/office/drawing/2014/main" id="{B1E078B4-9A4A-03C4-4F02-DFBCBC58F6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 flipH="1">
            <a:off x="253103" y="2185212"/>
            <a:ext cx="169399" cy="238672"/>
          </a:xfrm>
          <a:prstGeom prst="rect">
            <a:avLst/>
          </a:prstGeom>
        </p:spPr>
      </p:pic>
      <p:grpSp>
        <p:nvGrpSpPr>
          <p:cNvPr id="409" name="组合 408">
            <a:extLst>
              <a:ext uri="{FF2B5EF4-FFF2-40B4-BE49-F238E27FC236}">
                <a16:creationId xmlns:a16="http://schemas.microsoft.com/office/drawing/2014/main" id="{3DCEE9D5-B7C9-174D-D4ED-1674599370C1}"/>
              </a:ext>
            </a:extLst>
          </p:cNvPr>
          <p:cNvGrpSpPr/>
          <p:nvPr/>
        </p:nvGrpSpPr>
        <p:grpSpPr>
          <a:xfrm>
            <a:off x="348460" y="2378831"/>
            <a:ext cx="866118" cy="235456"/>
            <a:chOff x="360581" y="2499275"/>
            <a:chExt cx="866118" cy="235456"/>
          </a:xfrm>
        </p:grpSpPr>
        <p:pic>
          <p:nvPicPr>
            <p:cNvPr id="373" name="图片 372">
              <a:extLst>
                <a:ext uri="{FF2B5EF4-FFF2-40B4-BE49-F238E27FC236}">
                  <a16:creationId xmlns:a16="http://schemas.microsoft.com/office/drawing/2014/main" id="{318578D0-3E58-122B-8A5E-030A8F1AB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35000"/>
            </a:blip>
            <a:stretch>
              <a:fillRect/>
            </a:stretch>
          </p:blipFill>
          <p:spPr>
            <a:xfrm>
              <a:off x="413899" y="2499275"/>
              <a:ext cx="812800" cy="1778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  <p:pic>
          <p:nvPicPr>
            <p:cNvPr id="407" name="图片 406">
              <a:extLst>
                <a:ext uri="{FF2B5EF4-FFF2-40B4-BE49-F238E27FC236}">
                  <a16:creationId xmlns:a16="http://schemas.microsoft.com/office/drawing/2014/main" id="{0D62904D-0026-D5F7-461A-1F47454FE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70000"/>
            </a:blip>
            <a:stretch>
              <a:fillRect/>
            </a:stretch>
          </p:blipFill>
          <p:spPr>
            <a:xfrm>
              <a:off x="387240" y="2528103"/>
              <a:ext cx="812800" cy="1778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  <p:pic>
          <p:nvPicPr>
            <p:cNvPr id="408" name="图片 407">
              <a:extLst>
                <a:ext uri="{FF2B5EF4-FFF2-40B4-BE49-F238E27FC236}">
                  <a16:creationId xmlns:a16="http://schemas.microsoft.com/office/drawing/2014/main" id="{6A0CCCEC-C50F-CE4F-FBBE-0D02EB702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60581" y="2556931"/>
              <a:ext cx="812800" cy="1778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</p:grpSp>
      <p:sp>
        <p:nvSpPr>
          <p:cNvPr id="418" name="右箭头 417">
            <a:extLst>
              <a:ext uri="{FF2B5EF4-FFF2-40B4-BE49-F238E27FC236}">
                <a16:creationId xmlns:a16="http://schemas.microsoft.com/office/drawing/2014/main" id="{7E6BEE99-930D-7ABB-F35C-239714BC190A}"/>
              </a:ext>
            </a:extLst>
          </p:cNvPr>
          <p:cNvSpPr/>
          <p:nvPr/>
        </p:nvSpPr>
        <p:spPr>
          <a:xfrm>
            <a:off x="3346941" y="1063289"/>
            <a:ext cx="690808" cy="775438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4FCFF">
              <a:alpha val="50000"/>
            </a:srgbClr>
          </a:solidFill>
          <a:ln>
            <a:solidFill>
              <a:srgbClr val="9AC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4" name="矩形 413">
            <a:extLst>
              <a:ext uri="{FF2B5EF4-FFF2-40B4-BE49-F238E27FC236}">
                <a16:creationId xmlns:a16="http://schemas.microsoft.com/office/drawing/2014/main" id="{85DD61D4-2C3E-EB43-A516-862FAC250C6D}"/>
              </a:ext>
            </a:extLst>
          </p:cNvPr>
          <p:cNvSpPr>
            <a:spLocks noGrp="1"/>
          </p:cNvSpPr>
          <p:nvPr/>
        </p:nvSpPr>
        <p:spPr>
          <a:xfrm>
            <a:off x="1456846" y="1481600"/>
            <a:ext cx="545843" cy="157827"/>
          </a:xfrm>
          <a:prstGeom prst="rect">
            <a:avLst/>
          </a:prstGeom>
          <a:solidFill>
            <a:srgbClr val="EAF6FB"/>
          </a:solidFill>
          <a:ln w="11430">
            <a:solidFill>
              <a:srgbClr val="2878B5"/>
            </a:solidFill>
            <a:prstDash val="sysDash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Encoder</a:t>
            </a:r>
            <a:endParaRPr sz="9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8C91929B-0A7E-42AF-4ED8-D6A987660547}"/>
              </a:ext>
            </a:extLst>
          </p:cNvPr>
          <p:cNvSpPr>
            <a:spLocks noGrp="1"/>
          </p:cNvSpPr>
          <p:nvPr/>
        </p:nvSpPr>
        <p:spPr>
          <a:xfrm>
            <a:off x="3322709" y="965226"/>
            <a:ext cx="690807" cy="994860"/>
          </a:xfrm>
          <a:prstGeom prst="rect">
            <a:avLst/>
          </a:prstGeom>
          <a:noFill/>
          <a:ln w="11430">
            <a:noFill/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Attention</a:t>
            </a:r>
          </a:p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Layer</a:t>
            </a:r>
            <a:endParaRPr sz="9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grpSp>
        <p:nvGrpSpPr>
          <p:cNvPr id="423" name="组合 422">
            <a:extLst>
              <a:ext uri="{FF2B5EF4-FFF2-40B4-BE49-F238E27FC236}">
                <a16:creationId xmlns:a16="http://schemas.microsoft.com/office/drawing/2014/main" id="{4D98654C-27E7-3C05-B7AF-45E834879BF8}"/>
              </a:ext>
            </a:extLst>
          </p:cNvPr>
          <p:cNvGrpSpPr/>
          <p:nvPr/>
        </p:nvGrpSpPr>
        <p:grpSpPr>
          <a:xfrm>
            <a:off x="2233119" y="534965"/>
            <a:ext cx="1021848" cy="1708701"/>
            <a:chOff x="2357739" y="625475"/>
            <a:chExt cx="1021848" cy="1708701"/>
          </a:xfrm>
        </p:grpSpPr>
        <p:sp>
          <p:nvSpPr>
            <p:cNvPr id="154" name="圆角矩形 153">
              <a:extLst>
                <a:ext uri="{FF2B5EF4-FFF2-40B4-BE49-F238E27FC236}">
                  <a16:creationId xmlns:a16="http://schemas.microsoft.com/office/drawing/2014/main" id="{334C4D7A-1EC6-5AAC-1327-47E599C1BBA1}"/>
                </a:ext>
              </a:extLst>
            </p:cNvPr>
            <p:cNvSpPr/>
            <p:nvPr/>
          </p:nvSpPr>
          <p:spPr>
            <a:xfrm>
              <a:off x="2357739" y="628023"/>
              <a:ext cx="1021848" cy="26435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 dirty="0">
                  <a:solidFill>
                    <a:schemeClr val="tx1"/>
                  </a:solidFill>
                </a:rPr>
                <a:t>embeddings</a:t>
              </a:r>
              <a:endParaRPr kumimoji="1" lang="zh-CN" altLang="en-US" sz="1200" b="1" dirty="0">
                <a:solidFill>
                  <a:schemeClr val="tx1"/>
                </a:solidFill>
              </a:endParaRPr>
            </a:p>
          </p:txBody>
        </p:sp>
        <p:grpSp>
          <p:nvGrpSpPr>
            <p:cNvPr id="295" name="组合 294">
              <a:extLst>
                <a:ext uri="{FF2B5EF4-FFF2-40B4-BE49-F238E27FC236}">
                  <a16:creationId xmlns:a16="http://schemas.microsoft.com/office/drawing/2014/main" id="{3A596316-2E07-330D-32E5-4D429311A1EB}"/>
                </a:ext>
              </a:extLst>
            </p:cNvPr>
            <p:cNvGrpSpPr/>
            <p:nvPr/>
          </p:nvGrpSpPr>
          <p:grpSpPr>
            <a:xfrm>
              <a:off x="2443767" y="1785507"/>
              <a:ext cx="849792" cy="240538"/>
              <a:chOff x="2713038" y="899287"/>
              <a:chExt cx="849792" cy="240538"/>
            </a:xfrm>
          </p:grpSpPr>
          <p:pic>
            <p:nvPicPr>
              <p:cNvPr id="291" name="图片 290">
                <a:extLst>
                  <a:ext uri="{FF2B5EF4-FFF2-40B4-BE49-F238E27FC236}">
                    <a16:creationId xmlns:a16="http://schemas.microsoft.com/office/drawing/2014/main" id="{22CBE322-6DDF-C753-79FF-6DE2D098A8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alphaModFix amt="35000"/>
              </a:blip>
              <a:stretch>
                <a:fillRect/>
              </a:stretch>
            </p:blipFill>
            <p:spPr>
              <a:xfrm>
                <a:off x="2750030" y="899287"/>
                <a:ext cx="812800" cy="1905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  <p:pic>
            <p:nvPicPr>
              <p:cNvPr id="292" name="图片 291">
                <a:extLst>
                  <a:ext uri="{FF2B5EF4-FFF2-40B4-BE49-F238E27FC236}">
                    <a16:creationId xmlns:a16="http://schemas.microsoft.com/office/drawing/2014/main" id="{AB774222-4D31-9FBB-879A-202CA672F5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alphaModFix amt="70000"/>
              </a:blip>
              <a:stretch>
                <a:fillRect/>
              </a:stretch>
            </p:blipFill>
            <p:spPr>
              <a:xfrm>
                <a:off x="2731534" y="924306"/>
                <a:ext cx="812800" cy="1905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  <p:pic>
            <p:nvPicPr>
              <p:cNvPr id="293" name="图片 292">
                <a:extLst>
                  <a:ext uri="{FF2B5EF4-FFF2-40B4-BE49-F238E27FC236}">
                    <a16:creationId xmlns:a16="http://schemas.microsoft.com/office/drawing/2014/main" id="{D3418650-569B-DF37-3772-4DB50ED953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13038" y="949325"/>
                <a:ext cx="812800" cy="1905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</p:grpSp>
        <p:pic>
          <p:nvPicPr>
            <p:cNvPr id="294" name="图片 293">
              <a:extLst>
                <a:ext uri="{FF2B5EF4-FFF2-40B4-BE49-F238E27FC236}">
                  <a16:creationId xmlns:a16="http://schemas.microsoft.com/office/drawing/2014/main" id="{1273FA56-F205-AE54-7414-571EEAEAF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462263" y="1008539"/>
              <a:ext cx="812800" cy="1905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  <p:grpSp>
          <p:nvGrpSpPr>
            <p:cNvPr id="323" name="组合 322">
              <a:extLst>
                <a:ext uri="{FF2B5EF4-FFF2-40B4-BE49-F238E27FC236}">
                  <a16:creationId xmlns:a16="http://schemas.microsoft.com/office/drawing/2014/main" id="{1901B6C4-33E7-1851-8DF6-349D34DB0202}"/>
                </a:ext>
              </a:extLst>
            </p:cNvPr>
            <p:cNvGrpSpPr/>
            <p:nvPr/>
          </p:nvGrpSpPr>
          <p:grpSpPr>
            <a:xfrm>
              <a:off x="2439346" y="1234480"/>
              <a:ext cx="858635" cy="229400"/>
              <a:chOff x="2297315" y="1059650"/>
              <a:chExt cx="858635" cy="229400"/>
            </a:xfrm>
          </p:grpSpPr>
          <p:pic>
            <p:nvPicPr>
              <p:cNvPr id="320" name="图片 319">
                <a:extLst>
                  <a:ext uri="{FF2B5EF4-FFF2-40B4-BE49-F238E27FC236}">
                    <a16:creationId xmlns:a16="http://schemas.microsoft.com/office/drawing/2014/main" id="{DCBC3014-169C-0AB9-46F7-4B22A3A877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alphaModFix amt="35000"/>
              </a:blip>
              <a:stretch>
                <a:fillRect/>
              </a:stretch>
            </p:blipFill>
            <p:spPr>
              <a:xfrm>
                <a:off x="2343150" y="1059650"/>
                <a:ext cx="812800" cy="1778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  <p:pic>
            <p:nvPicPr>
              <p:cNvPr id="321" name="图片 320">
                <a:extLst>
                  <a:ext uri="{FF2B5EF4-FFF2-40B4-BE49-F238E27FC236}">
                    <a16:creationId xmlns:a16="http://schemas.microsoft.com/office/drawing/2014/main" id="{4663F84D-4E36-EF48-E443-6E13AC86DE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alphaModFix amt="70000"/>
              </a:blip>
              <a:stretch>
                <a:fillRect/>
              </a:stretch>
            </p:blipFill>
            <p:spPr>
              <a:xfrm>
                <a:off x="2320232" y="1085450"/>
                <a:ext cx="812800" cy="1778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  <p:pic>
            <p:nvPicPr>
              <p:cNvPr id="322" name="图片 321">
                <a:extLst>
                  <a:ext uri="{FF2B5EF4-FFF2-40B4-BE49-F238E27FC236}">
                    <a16:creationId xmlns:a16="http://schemas.microsoft.com/office/drawing/2014/main" id="{FFBDE427-33CA-0411-3AE0-EC5D48BF1F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97315" y="1111250"/>
                <a:ext cx="812800" cy="1778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</p:grpSp>
        <p:grpSp>
          <p:nvGrpSpPr>
            <p:cNvPr id="335" name="组合 334">
              <a:extLst>
                <a:ext uri="{FF2B5EF4-FFF2-40B4-BE49-F238E27FC236}">
                  <a16:creationId xmlns:a16="http://schemas.microsoft.com/office/drawing/2014/main" id="{5FCA07C6-BE5A-C299-BE31-7DFFF21261A1}"/>
                </a:ext>
              </a:extLst>
            </p:cNvPr>
            <p:cNvGrpSpPr/>
            <p:nvPr/>
          </p:nvGrpSpPr>
          <p:grpSpPr>
            <a:xfrm>
              <a:off x="2435259" y="1511584"/>
              <a:ext cx="866808" cy="219625"/>
              <a:chOff x="4285770" y="2067688"/>
              <a:chExt cx="866808" cy="219625"/>
            </a:xfrm>
          </p:grpSpPr>
          <p:pic>
            <p:nvPicPr>
              <p:cNvPr id="332" name="图片 331">
                <a:extLst>
                  <a:ext uri="{FF2B5EF4-FFF2-40B4-BE49-F238E27FC236}">
                    <a16:creationId xmlns:a16="http://schemas.microsoft.com/office/drawing/2014/main" id="{A05C0C52-7A32-8954-6053-0130405426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alphaModFix amt="35000"/>
              </a:blip>
              <a:stretch>
                <a:fillRect/>
              </a:stretch>
            </p:blipFill>
            <p:spPr>
              <a:xfrm>
                <a:off x="4339778" y="2067688"/>
                <a:ext cx="812800" cy="1651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  <p:pic>
            <p:nvPicPr>
              <p:cNvPr id="333" name="图片 332">
                <a:extLst>
                  <a:ext uri="{FF2B5EF4-FFF2-40B4-BE49-F238E27FC236}">
                    <a16:creationId xmlns:a16="http://schemas.microsoft.com/office/drawing/2014/main" id="{61DD488D-BD72-F220-8A1C-7C505D0765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alphaModFix amt="70000"/>
              </a:blip>
              <a:stretch>
                <a:fillRect/>
              </a:stretch>
            </p:blipFill>
            <p:spPr>
              <a:xfrm>
                <a:off x="4312774" y="2094951"/>
                <a:ext cx="812800" cy="1651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  <p:pic>
            <p:nvPicPr>
              <p:cNvPr id="334" name="图片 333">
                <a:extLst>
                  <a:ext uri="{FF2B5EF4-FFF2-40B4-BE49-F238E27FC236}">
                    <a16:creationId xmlns:a16="http://schemas.microsoft.com/office/drawing/2014/main" id="{5B32FFF7-8AC0-DB4E-0FC3-B2A12D6FA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85770" y="2122213"/>
                <a:ext cx="812800" cy="1651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</p:grpSp>
        <p:grpSp>
          <p:nvGrpSpPr>
            <p:cNvPr id="412" name="组合 411">
              <a:extLst>
                <a:ext uri="{FF2B5EF4-FFF2-40B4-BE49-F238E27FC236}">
                  <a16:creationId xmlns:a16="http://schemas.microsoft.com/office/drawing/2014/main" id="{F8455F81-FDB0-F1F1-9161-CFFF9E334D3A}"/>
                </a:ext>
              </a:extLst>
            </p:cNvPr>
            <p:cNvGrpSpPr/>
            <p:nvPr/>
          </p:nvGrpSpPr>
          <p:grpSpPr>
            <a:xfrm>
              <a:off x="2433946" y="2060970"/>
              <a:ext cx="869435" cy="231775"/>
              <a:chOff x="2567940" y="2248450"/>
              <a:chExt cx="869435" cy="231775"/>
            </a:xfrm>
          </p:grpSpPr>
          <p:pic>
            <p:nvPicPr>
              <p:cNvPr id="406" name="图片 405">
                <a:extLst>
                  <a:ext uri="{FF2B5EF4-FFF2-40B4-BE49-F238E27FC236}">
                    <a16:creationId xmlns:a16="http://schemas.microsoft.com/office/drawing/2014/main" id="{3A6B6CCE-EC3A-ABD7-0C39-64CD7791C5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alphaModFix amt="35000"/>
              </a:blip>
              <a:stretch>
                <a:fillRect/>
              </a:stretch>
            </p:blipFill>
            <p:spPr>
              <a:xfrm>
                <a:off x="2624575" y="2248450"/>
                <a:ext cx="812800" cy="1905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  <p:pic>
            <p:nvPicPr>
              <p:cNvPr id="410" name="图片 409">
                <a:extLst>
                  <a:ext uri="{FF2B5EF4-FFF2-40B4-BE49-F238E27FC236}">
                    <a16:creationId xmlns:a16="http://schemas.microsoft.com/office/drawing/2014/main" id="{D0B5BB28-8943-73BE-29D3-E779708672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alphaModFix amt="70000"/>
              </a:blip>
              <a:stretch>
                <a:fillRect/>
              </a:stretch>
            </p:blipFill>
            <p:spPr>
              <a:xfrm>
                <a:off x="2596257" y="2269088"/>
                <a:ext cx="812800" cy="1905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  <p:pic>
            <p:nvPicPr>
              <p:cNvPr id="411" name="图片 410">
                <a:extLst>
                  <a:ext uri="{FF2B5EF4-FFF2-40B4-BE49-F238E27FC236}">
                    <a16:creationId xmlns:a16="http://schemas.microsoft.com/office/drawing/2014/main" id="{B9840C34-61F5-B126-30FA-E0A626EDAF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67940" y="2289725"/>
                <a:ext cx="812800" cy="1905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</p:grpSp>
        <p:sp>
          <p:nvSpPr>
            <p:cNvPr id="422" name="圆角矩形 421">
              <a:extLst>
                <a:ext uri="{FF2B5EF4-FFF2-40B4-BE49-F238E27FC236}">
                  <a16:creationId xmlns:a16="http://schemas.microsoft.com/office/drawing/2014/main" id="{DE51F6AB-29C2-04E6-0207-42F6EE71C7A0}"/>
                </a:ext>
              </a:extLst>
            </p:cNvPr>
            <p:cNvSpPr/>
            <p:nvPr/>
          </p:nvSpPr>
          <p:spPr>
            <a:xfrm>
              <a:off x="2357739" y="625475"/>
              <a:ext cx="1021848" cy="1708701"/>
            </a:xfrm>
            <a:prstGeom prst="roundRect">
              <a:avLst/>
            </a:prstGeom>
            <a:noFill/>
            <a:ln>
              <a:solidFill>
                <a:srgbClr val="2978B5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5" name="组合 424">
            <a:extLst>
              <a:ext uri="{FF2B5EF4-FFF2-40B4-BE49-F238E27FC236}">
                <a16:creationId xmlns:a16="http://schemas.microsoft.com/office/drawing/2014/main" id="{81F41B1D-59DC-2A2E-A1A9-9956277A3444}"/>
              </a:ext>
            </a:extLst>
          </p:cNvPr>
          <p:cNvGrpSpPr/>
          <p:nvPr/>
        </p:nvGrpSpPr>
        <p:grpSpPr>
          <a:xfrm>
            <a:off x="4102402" y="517321"/>
            <a:ext cx="1021848" cy="1669262"/>
            <a:chOff x="4151563" y="622145"/>
            <a:chExt cx="1021848" cy="1788230"/>
          </a:xfrm>
        </p:grpSpPr>
        <p:pic>
          <p:nvPicPr>
            <p:cNvPr id="342" name="图片 341">
              <a:extLst>
                <a:ext uri="{FF2B5EF4-FFF2-40B4-BE49-F238E27FC236}">
                  <a16:creationId xmlns:a16="http://schemas.microsoft.com/office/drawing/2014/main" id="{2844CDB9-5E23-8FE6-6333-6BFE0DCD0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256087" y="1298793"/>
              <a:ext cx="812800" cy="177800"/>
            </a:xfrm>
            <a:prstGeom prst="rect">
              <a:avLst/>
            </a:prstGeom>
          </p:spPr>
        </p:pic>
        <p:pic>
          <p:nvPicPr>
            <p:cNvPr id="343" name="图片 342">
              <a:extLst>
                <a:ext uri="{FF2B5EF4-FFF2-40B4-BE49-F238E27FC236}">
                  <a16:creationId xmlns:a16="http://schemas.microsoft.com/office/drawing/2014/main" id="{D97C7E24-E404-D540-F96C-2CE7449F2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256087" y="1576347"/>
              <a:ext cx="812800" cy="165100"/>
            </a:xfrm>
            <a:prstGeom prst="rect">
              <a:avLst/>
            </a:prstGeom>
          </p:spPr>
        </p:pic>
        <p:pic>
          <p:nvPicPr>
            <p:cNvPr id="344" name="图片 343">
              <a:extLst>
                <a:ext uri="{FF2B5EF4-FFF2-40B4-BE49-F238E27FC236}">
                  <a16:creationId xmlns:a16="http://schemas.microsoft.com/office/drawing/2014/main" id="{8BADC2A0-A28C-8584-D9A5-41E0664AE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6087" y="1008539"/>
              <a:ext cx="812800" cy="190500"/>
            </a:xfrm>
            <a:prstGeom prst="rect">
              <a:avLst/>
            </a:prstGeom>
          </p:spPr>
        </p:pic>
        <p:pic>
          <p:nvPicPr>
            <p:cNvPr id="345" name="图片 344">
              <a:extLst>
                <a:ext uri="{FF2B5EF4-FFF2-40B4-BE49-F238E27FC236}">
                  <a16:creationId xmlns:a16="http://schemas.microsoft.com/office/drawing/2014/main" id="{D12B83FB-4E9B-B96A-5FBF-920A0E0A1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6087" y="1838712"/>
              <a:ext cx="812800" cy="190500"/>
            </a:xfrm>
            <a:prstGeom prst="rect">
              <a:avLst/>
            </a:prstGeom>
          </p:spPr>
        </p:pic>
        <p:pic>
          <p:nvPicPr>
            <p:cNvPr id="415" name="图片 414">
              <a:extLst>
                <a:ext uri="{FF2B5EF4-FFF2-40B4-BE49-F238E27FC236}">
                  <a16:creationId xmlns:a16="http://schemas.microsoft.com/office/drawing/2014/main" id="{670DC471-70AB-E70A-D5A9-09DBFB94A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256087" y="2097483"/>
              <a:ext cx="812800" cy="190500"/>
            </a:xfrm>
            <a:prstGeom prst="rect">
              <a:avLst/>
            </a:prstGeom>
            <a:scene3d>
              <a:camera prst="isometricLeftDown">
                <a:rot lat="0" lon="0" rev="0"/>
              </a:camera>
              <a:lightRig rig="threePt" dir="t"/>
            </a:scene3d>
          </p:spPr>
        </p:pic>
        <p:sp>
          <p:nvSpPr>
            <p:cNvPr id="417" name="圆角矩形 416">
              <a:extLst>
                <a:ext uri="{FF2B5EF4-FFF2-40B4-BE49-F238E27FC236}">
                  <a16:creationId xmlns:a16="http://schemas.microsoft.com/office/drawing/2014/main" id="{F2C7F4F3-CD77-1AD5-A358-66F0BE6D1F66}"/>
                </a:ext>
              </a:extLst>
            </p:cNvPr>
            <p:cNvSpPr/>
            <p:nvPr/>
          </p:nvSpPr>
          <p:spPr>
            <a:xfrm>
              <a:off x="4151563" y="622145"/>
              <a:ext cx="1021848" cy="26435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 dirty="0">
                  <a:solidFill>
                    <a:schemeClr val="tx1"/>
                  </a:solidFill>
                </a:rPr>
                <a:t>contexts</a:t>
              </a:r>
              <a:endParaRPr kumimoji="1"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24" name="圆角矩形 423">
              <a:extLst>
                <a:ext uri="{FF2B5EF4-FFF2-40B4-BE49-F238E27FC236}">
                  <a16:creationId xmlns:a16="http://schemas.microsoft.com/office/drawing/2014/main" id="{568DE328-61F6-8375-2FE8-6A9A475F5F01}"/>
                </a:ext>
              </a:extLst>
            </p:cNvPr>
            <p:cNvSpPr/>
            <p:nvPr/>
          </p:nvSpPr>
          <p:spPr>
            <a:xfrm>
              <a:off x="4151563" y="625475"/>
              <a:ext cx="1021848" cy="1784900"/>
            </a:xfrm>
            <a:prstGeom prst="roundRect">
              <a:avLst/>
            </a:prstGeom>
            <a:noFill/>
            <a:ln>
              <a:solidFill>
                <a:srgbClr val="2978B5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28" name="矩形 427">
            <a:extLst>
              <a:ext uri="{FF2B5EF4-FFF2-40B4-BE49-F238E27FC236}">
                <a16:creationId xmlns:a16="http://schemas.microsoft.com/office/drawing/2014/main" id="{A2400F34-C655-CD8B-6B3E-7086B4A50FCD}"/>
              </a:ext>
            </a:extLst>
          </p:cNvPr>
          <p:cNvSpPr>
            <a:spLocks noGrp="1"/>
          </p:cNvSpPr>
          <p:nvPr/>
        </p:nvSpPr>
        <p:spPr>
          <a:xfrm>
            <a:off x="1589668" y="3661445"/>
            <a:ext cx="2116132" cy="219165"/>
          </a:xfrm>
          <a:prstGeom prst="rect">
            <a:avLst/>
          </a:prstGeom>
          <a:solidFill>
            <a:srgbClr val="F2EDF9"/>
          </a:solidFill>
          <a:ln w="11430">
            <a:solidFill>
              <a:srgbClr val="8160B7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9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Satellite-</a:t>
            </a:r>
            <a:r>
              <a:rPr lang="fr-FR" altLang="zh-CN" sz="900" dirty="0" err="1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subset</a:t>
            </a:r>
            <a:r>
              <a:rPr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</a:t>
            </a:r>
            <a:r>
              <a:rPr lang="fr-FR" altLang="zh-CN" sz="900" dirty="0" err="1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selection</a:t>
            </a:r>
            <a:endParaRPr lang="fr-FR" altLang="zh-CN" sz="9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429" name="矩形 428">
            <a:extLst>
              <a:ext uri="{FF2B5EF4-FFF2-40B4-BE49-F238E27FC236}">
                <a16:creationId xmlns:a16="http://schemas.microsoft.com/office/drawing/2014/main" id="{CC08510F-0F76-268D-4715-EA80F3D2F970}"/>
              </a:ext>
            </a:extLst>
          </p:cNvPr>
          <p:cNvSpPr>
            <a:spLocks noGrp="1"/>
          </p:cNvSpPr>
          <p:nvPr/>
        </p:nvSpPr>
        <p:spPr>
          <a:xfrm>
            <a:off x="1589668" y="3966436"/>
            <a:ext cx="2116131" cy="219165"/>
          </a:xfrm>
          <a:prstGeom prst="rect">
            <a:avLst/>
          </a:prstGeom>
          <a:solidFill>
            <a:srgbClr val="E9781E">
              <a:alpha val="9804"/>
            </a:srgbClr>
          </a:solidFill>
          <a:ln w="11430">
            <a:solidFill>
              <a:srgbClr val="E9781E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BW</a:t>
            </a:r>
            <a:r>
              <a:rPr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</a:t>
            </a:r>
            <a:r>
              <a:rPr lang="fr-FR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allocation</a:t>
            </a:r>
          </a:p>
        </p:txBody>
      </p:sp>
      <p:sp>
        <p:nvSpPr>
          <p:cNvPr id="430" name="矩形 429">
            <a:extLst>
              <a:ext uri="{FF2B5EF4-FFF2-40B4-BE49-F238E27FC236}">
                <a16:creationId xmlns:a16="http://schemas.microsoft.com/office/drawing/2014/main" id="{DC0F56A5-EC55-9EDD-847A-A9FD1A944AF3}"/>
              </a:ext>
            </a:extLst>
          </p:cNvPr>
          <p:cNvSpPr>
            <a:spLocks noGrp="1"/>
          </p:cNvSpPr>
          <p:nvPr/>
        </p:nvSpPr>
        <p:spPr>
          <a:xfrm>
            <a:off x="3772475" y="3664687"/>
            <a:ext cx="2733146" cy="214789"/>
          </a:xfrm>
          <a:prstGeom prst="rect">
            <a:avLst/>
          </a:prstGeom>
          <a:solidFill>
            <a:srgbClr val="F2EDF9"/>
          </a:solidFill>
          <a:ln w="11430">
            <a:solidFill>
              <a:srgbClr val="8160B7">
                <a:alpha val="50196"/>
              </a:srgbClr>
            </a:solidFill>
            <a:prstDash val="sysDash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Backhaul</a:t>
            </a:r>
            <a:r>
              <a:rPr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</a:t>
            </a: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Context</a:t>
            </a:r>
            <a:r>
              <a:rPr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</a:t>
            </a: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Update</a:t>
            </a:r>
            <a:endParaRPr sz="9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432" name="文本框 431">
            <a:extLst>
              <a:ext uri="{FF2B5EF4-FFF2-40B4-BE49-F238E27FC236}">
                <a16:creationId xmlns:a16="http://schemas.microsoft.com/office/drawing/2014/main" id="{5C1D9676-898C-3C3C-9FC2-AB850A8481CB}"/>
              </a:ext>
            </a:extLst>
          </p:cNvPr>
          <p:cNvSpPr txBox="1"/>
          <p:nvPr/>
        </p:nvSpPr>
        <p:spPr>
          <a:xfrm>
            <a:off x="3142479" y="3058244"/>
            <a:ext cx="1766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Staged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</a:t>
            </a:r>
          </a:p>
        </p:txBody>
      </p:sp>
      <p:sp>
        <p:nvSpPr>
          <p:cNvPr id="433" name="右箭头 432">
            <a:extLst>
              <a:ext uri="{FF2B5EF4-FFF2-40B4-BE49-F238E27FC236}">
                <a16:creationId xmlns:a16="http://schemas.microsoft.com/office/drawing/2014/main" id="{6C8C4A16-74F2-652C-CE42-4950EA9894F4}"/>
              </a:ext>
            </a:extLst>
          </p:cNvPr>
          <p:cNvSpPr/>
          <p:nvPr/>
        </p:nvSpPr>
        <p:spPr>
          <a:xfrm flipV="1">
            <a:off x="3669400" y="3354294"/>
            <a:ext cx="185227" cy="214788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FFAF7">
              <a:alpha val="50000"/>
            </a:srgbClr>
          </a:solidFill>
          <a:ln w="9525">
            <a:solidFill>
              <a:srgbClr val="2978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5" name="右箭头 434">
            <a:extLst>
              <a:ext uri="{FF2B5EF4-FFF2-40B4-BE49-F238E27FC236}">
                <a16:creationId xmlns:a16="http://schemas.microsoft.com/office/drawing/2014/main" id="{3E4359B9-6C04-7F65-D42D-F3312C705BF6}"/>
              </a:ext>
            </a:extLst>
          </p:cNvPr>
          <p:cNvSpPr/>
          <p:nvPr/>
        </p:nvSpPr>
        <p:spPr>
          <a:xfrm>
            <a:off x="3658934" y="3651971"/>
            <a:ext cx="206157" cy="241994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2EDF9">
              <a:alpha val="50000"/>
            </a:srgbClr>
          </a:solidFill>
          <a:ln w="9525">
            <a:solidFill>
              <a:srgbClr val="8160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6" name="直角上箭头 435">
            <a:extLst>
              <a:ext uri="{FF2B5EF4-FFF2-40B4-BE49-F238E27FC236}">
                <a16:creationId xmlns:a16="http://schemas.microsoft.com/office/drawing/2014/main" id="{6A4833B8-BF6F-15A8-CDDB-0540CAA701A3}"/>
              </a:ext>
            </a:extLst>
          </p:cNvPr>
          <p:cNvSpPr/>
          <p:nvPr/>
        </p:nvSpPr>
        <p:spPr>
          <a:xfrm flipV="1">
            <a:off x="3534926" y="4018841"/>
            <a:ext cx="300694" cy="252586"/>
          </a:xfrm>
          <a:prstGeom prst="bentUpArrow">
            <a:avLst>
              <a:gd name="adj1" fmla="val 43478"/>
              <a:gd name="adj2" fmla="val 43614"/>
              <a:gd name="adj3" fmla="val 39057"/>
            </a:avLst>
          </a:prstGeom>
          <a:solidFill>
            <a:srgbClr val="FFFAF7">
              <a:alpha val="50196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8160B7"/>
              </a:solidFill>
            </a:endParaRPr>
          </a:p>
        </p:txBody>
      </p:sp>
      <p:grpSp>
        <p:nvGrpSpPr>
          <p:cNvPr id="437" name="组合 436">
            <a:extLst>
              <a:ext uri="{FF2B5EF4-FFF2-40B4-BE49-F238E27FC236}">
                <a16:creationId xmlns:a16="http://schemas.microsoft.com/office/drawing/2014/main" id="{D7C18898-0740-1A33-9953-2A0ABA282C56}"/>
              </a:ext>
            </a:extLst>
          </p:cNvPr>
          <p:cNvGrpSpPr/>
          <p:nvPr/>
        </p:nvGrpSpPr>
        <p:grpSpPr>
          <a:xfrm>
            <a:off x="1673472" y="2259438"/>
            <a:ext cx="3439980" cy="518039"/>
            <a:chOff x="4151563" y="-368396"/>
            <a:chExt cx="1021848" cy="2778771"/>
          </a:xfrm>
        </p:grpSpPr>
        <p:pic>
          <p:nvPicPr>
            <p:cNvPr id="438" name="图片 437">
              <a:extLst>
                <a:ext uri="{FF2B5EF4-FFF2-40B4-BE49-F238E27FC236}">
                  <a16:creationId xmlns:a16="http://schemas.microsoft.com/office/drawing/2014/main" id="{B71E4619-8ECD-CD99-0B99-92C203DF6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256087" y="1298793"/>
              <a:ext cx="812800" cy="177800"/>
            </a:xfrm>
            <a:prstGeom prst="rect">
              <a:avLst/>
            </a:prstGeom>
          </p:spPr>
        </p:pic>
        <p:pic>
          <p:nvPicPr>
            <p:cNvPr id="439" name="图片 438">
              <a:extLst>
                <a:ext uri="{FF2B5EF4-FFF2-40B4-BE49-F238E27FC236}">
                  <a16:creationId xmlns:a16="http://schemas.microsoft.com/office/drawing/2014/main" id="{82E8D49B-DFC1-2514-E297-B8475E786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256087" y="1576347"/>
              <a:ext cx="812800" cy="165100"/>
            </a:xfrm>
            <a:prstGeom prst="rect">
              <a:avLst/>
            </a:prstGeom>
          </p:spPr>
        </p:pic>
        <p:pic>
          <p:nvPicPr>
            <p:cNvPr id="440" name="图片 439">
              <a:extLst>
                <a:ext uri="{FF2B5EF4-FFF2-40B4-BE49-F238E27FC236}">
                  <a16:creationId xmlns:a16="http://schemas.microsoft.com/office/drawing/2014/main" id="{29591F86-3A1A-5D2B-4421-AA7ECD760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6087" y="1008539"/>
              <a:ext cx="812800" cy="190500"/>
            </a:xfrm>
            <a:prstGeom prst="rect">
              <a:avLst/>
            </a:prstGeom>
          </p:spPr>
        </p:pic>
        <p:pic>
          <p:nvPicPr>
            <p:cNvPr id="441" name="图片 440">
              <a:extLst>
                <a:ext uri="{FF2B5EF4-FFF2-40B4-BE49-F238E27FC236}">
                  <a16:creationId xmlns:a16="http://schemas.microsoft.com/office/drawing/2014/main" id="{F28B738E-C9F4-E56A-A967-1099AF076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6087" y="1838712"/>
              <a:ext cx="812800" cy="190500"/>
            </a:xfrm>
            <a:prstGeom prst="rect">
              <a:avLst/>
            </a:prstGeom>
          </p:spPr>
        </p:pic>
        <p:pic>
          <p:nvPicPr>
            <p:cNvPr id="442" name="图片 441">
              <a:extLst>
                <a:ext uri="{FF2B5EF4-FFF2-40B4-BE49-F238E27FC236}">
                  <a16:creationId xmlns:a16="http://schemas.microsoft.com/office/drawing/2014/main" id="{B433E9E9-077D-084E-62AC-902744CD6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256087" y="2097483"/>
              <a:ext cx="812800" cy="190500"/>
            </a:xfrm>
            <a:prstGeom prst="rect">
              <a:avLst/>
            </a:prstGeom>
            <a:scene3d>
              <a:camera prst="isometricLeftDown">
                <a:rot lat="0" lon="0" rev="0"/>
              </a:camera>
              <a:lightRig rig="threePt" dir="t"/>
            </a:scene3d>
          </p:spPr>
        </p:pic>
        <p:sp>
          <p:nvSpPr>
            <p:cNvPr id="444" name="圆角矩形 443">
              <a:extLst>
                <a:ext uri="{FF2B5EF4-FFF2-40B4-BE49-F238E27FC236}">
                  <a16:creationId xmlns:a16="http://schemas.microsoft.com/office/drawing/2014/main" id="{2CB8B8E1-D020-8468-4830-9DA6446F62B5}"/>
                </a:ext>
              </a:extLst>
            </p:cNvPr>
            <p:cNvSpPr/>
            <p:nvPr/>
          </p:nvSpPr>
          <p:spPr>
            <a:xfrm>
              <a:off x="4151563" y="625475"/>
              <a:ext cx="1021848" cy="1784900"/>
            </a:xfrm>
            <a:prstGeom prst="roundRect">
              <a:avLst/>
            </a:prstGeom>
            <a:noFill/>
            <a:ln>
              <a:solidFill>
                <a:srgbClr val="2978B5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43" name="圆角矩形 442">
              <a:extLst>
                <a:ext uri="{FF2B5EF4-FFF2-40B4-BE49-F238E27FC236}">
                  <a16:creationId xmlns:a16="http://schemas.microsoft.com/office/drawing/2014/main" id="{9DD2DAE6-371D-C48D-FB86-25A0A947A078}"/>
                </a:ext>
              </a:extLst>
            </p:cNvPr>
            <p:cNvSpPr/>
            <p:nvPr/>
          </p:nvSpPr>
          <p:spPr>
            <a:xfrm>
              <a:off x="4560720" y="-368396"/>
              <a:ext cx="522669" cy="1230962"/>
            </a:xfrm>
            <a:prstGeom prst="round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 dirty="0">
                  <a:solidFill>
                    <a:schemeClr val="tx1"/>
                  </a:solidFill>
                </a:rPr>
                <a:t>Aggregated</a:t>
              </a:r>
              <a:r>
                <a:rPr kumimoji="1" lang="zh-CN" altLang="en-US" sz="1200" b="1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 dirty="0">
                  <a:solidFill>
                    <a:schemeClr val="tx1"/>
                  </a:solidFill>
                </a:rPr>
                <a:t>contexts</a:t>
              </a:r>
              <a:endParaRPr kumimoji="1" lang="zh-CN" alt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45" name="右箭头 444">
            <a:extLst>
              <a:ext uri="{FF2B5EF4-FFF2-40B4-BE49-F238E27FC236}">
                <a16:creationId xmlns:a16="http://schemas.microsoft.com/office/drawing/2014/main" id="{E7BD3DD0-EF84-7A83-63D4-1512194C4DEE}"/>
              </a:ext>
            </a:extLst>
          </p:cNvPr>
          <p:cNvSpPr/>
          <p:nvPr/>
        </p:nvSpPr>
        <p:spPr>
          <a:xfrm rot="5400000">
            <a:off x="4729352" y="2151028"/>
            <a:ext cx="512493" cy="445262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4FCFF">
              <a:alpha val="50000"/>
            </a:srgbClr>
          </a:solidFill>
          <a:ln>
            <a:solidFill>
              <a:srgbClr val="9AC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6" name="右箭头 445">
            <a:extLst>
              <a:ext uri="{FF2B5EF4-FFF2-40B4-BE49-F238E27FC236}">
                <a16:creationId xmlns:a16="http://schemas.microsoft.com/office/drawing/2014/main" id="{BDF56879-DA2A-52A2-906F-24C2DB28BB37}"/>
              </a:ext>
            </a:extLst>
          </p:cNvPr>
          <p:cNvSpPr/>
          <p:nvPr/>
        </p:nvSpPr>
        <p:spPr>
          <a:xfrm rot="5400000">
            <a:off x="1610535" y="2705898"/>
            <a:ext cx="512493" cy="445262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4FCFF">
              <a:alpha val="50000"/>
            </a:srgbClr>
          </a:solidFill>
          <a:ln>
            <a:solidFill>
              <a:srgbClr val="9AC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9" name="文本框 448">
            <a:extLst>
              <a:ext uri="{FF2B5EF4-FFF2-40B4-BE49-F238E27FC236}">
                <a16:creationId xmlns:a16="http://schemas.microsoft.com/office/drawing/2014/main" id="{37095367-138D-E545-3219-D9D4FE0D61DC}"/>
              </a:ext>
            </a:extLst>
          </p:cNvPr>
          <p:cNvSpPr txBox="1"/>
          <p:nvPr/>
        </p:nvSpPr>
        <p:spPr>
          <a:xfrm>
            <a:off x="1605172" y="3325384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2978B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50" name="文本框 449">
            <a:extLst>
              <a:ext uri="{FF2B5EF4-FFF2-40B4-BE49-F238E27FC236}">
                <a16:creationId xmlns:a16="http://schemas.microsoft.com/office/drawing/2014/main" id="{2CA67B41-3A84-0997-4B42-2F4370820D97}"/>
              </a:ext>
            </a:extLst>
          </p:cNvPr>
          <p:cNvSpPr txBox="1"/>
          <p:nvPr/>
        </p:nvSpPr>
        <p:spPr>
          <a:xfrm>
            <a:off x="1610139" y="3631854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8160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51" name="文本框 450">
            <a:extLst>
              <a:ext uri="{FF2B5EF4-FFF2-40B4-BE49-F238E27FC236}">
                <a16:creationId xmlns:a16="http://schemas.microsoft.com/office/drawing/2014/main" id="{15BDE16A-A584-88CF-275F-AE9E5C0A9434}"/>
              </a:ext>
            </a:extLst>
          </p:cNvPr>
          <p:cNvSpPr txBox="1"/>
          <p:nvPr/>
        </p:nvSpPr>
        <p:spPr>
          <a:xfrm>
            <a:off x="1611835" y="3944282"/>
            <a:ext cx="246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rgbClr val="E978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52" name="直角上箭头 451">
            <a:extLst>
              <a:ext uri="{FF2B5EF4-FFF2-40B4-BE49-F238E27FC236}">
                <a16:creationId xmlns:a16="http://schemas.microsoft.com/office/drawing/2014/main" id="{8A8556C0-1FA5-F2E4-D491-A271B87F40CB}"/>
              </a:ext>
            </a:extLst>
          </p:cNvPr>
          <p:cNvSpPr/>
          <p:nvPr/>
        </p:nvSpPr>
        <p:spPr>
          <a:xfrm rot="5400000" flipV="1">
            <a:off x="6370140" y="3445804"/>
            <a:ext cx="161522" cy="142243"/>
          </a:xfrm>
          <a:prstGeom prst="bentUpArrow">
            <a:avLst/>
          </a:prstGeom>
          <a:solidFill>
            <a:srgbClr val="F2EDF9"/>
          </a:solidFill>
          <a:ln w="9525">
            <a:solidFill>
              <a:srgbClr val="8160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4" name="直角上箭头 453">
            <a:extLst>
              <a:ext uri="{FF2B5EF4-FFF2-40B4-BE49-F238E27FC236}">
                <a16:creationId xmlns:a16="http://schemas.microsoft.com/office/drawing/2014/main" id="{925CF370-0521-2BC7-A7D2-16866BC9B476}"/>
              </a:ext>
            </a:extLst>
          </p:cNvPr>
          <p:cNvSpPr/>
          <p:nvPr/>
        </p:nvSpPr>
        <p:spPr>
          <a:xfrm rot="5400000" flipV="1">
            <a:off x="6370140" y="3756971"/>
            <a:ext cx="161522" cy="142243"/>
          </a:xfrm>
          <a:prstGeom prst="bentUpArrow">
            <a:avLst/>
          </a:prstGeom>
          <a:solidFill>
            <a:srgbClr val="FFFAF7"/>
          </a:solidFill>
          <a:ln w="9525">
            <a:solidFill>
              <a:srgbClr val="E978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6" name="圆角矩形 455">
            <a:extLst>
              <a:ext uri="{FF2B5EF4-FFF2-40B4-BE49-F238E27FC236}">
                <a16:creationId xmlns:a16="http://schemas.microsoft.com/office/drawing/2014/main" id="{0E881505-8E64-2CDF-7CB4-B3EA04C5D925}"/>
              </a:ext>
            </a:extLst>
          </p:cNvPr>
          <p:cNvSpPr/>
          <p:nvPr/>
        </p:nvSpPr>
        <p:spPr>
          <a:xfrm>
            <a:off x="3194645" y="4344963"/>
            <a:ext cx="880442" cy="524122"/>
          </a:xfrm>
          <a:prstGeom prst="roundRect">
            <a:avLst/>
          </a:prstGeom>
          <a:noFill/>
          <a:ln>
            <a:solidFill>
              <a:srgbClr val="2978B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457" name="圆角矩形 456">
            <a:extLst>
              <a:ext uri="{FF2B5EF4-FFF2-40B4-BE49-F238E27FC236}">
                <a16:creationId xmlns:a16="http://schemas.microsoft.com/office/drawing/2014/main" id="{FE9B47EA-CFBA-97C3-8CD5-88B7AD6B8066}"/>
              </a:ext>
            </a:extLst>
          </p:cNvPr>
          <p:cNvSpPr/>
          <p:nvPr/>
        </p:nvSpPr>
        <p:spPr>
          <a:xfrm>
            <a:off x="4249306" y="4344963"/>
            <a:ext cx="880442" cy="524122"/>
          </a:xfrm>
          <a:prstGeom prst="roundRect">
            <a:avLst/>
          </a:prstGeom>
          <a:noFill/>
          <a:ln>
            <a:solidFill>
              <a:srgbClr val="8160B7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458" name="圆角矩形 457">
            <a:extLst>
              <a:ext uri="{FF2B5EF4-FFF2-40B4-BE49-F238E27FC236}">
                <a16:creationId xmlns:a16="http://schemas.microsoft.com/office/drawing/2014/main" id="{DF4A3F0D-2E1B-6BA9-6117-45AC6E5E22E7}"/>
              </a:ext>
            </a:extLst>
          </p:cNvPr>
          <p:cNvSpPr/>
          <p:nvPr/>
        </p:nvSpPr>
        <p:spPr>
          <a:xfrm>
            <a:off x="5321426" y="4344963"/>
            <a:ext cx="880442" cy="524122"/>
          </a:xfrm>
          <a:prstGeom prst="roundRect">
            <a:avLst/>
          </a:prstGeom>
          <a:noFill/>
          <a:ln>
            <a:solidFill>
              <a:srgbClr val="E9781E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 dirty="0">
              <a:solidFill>
                <a:schemeClr val="tx1"/>
              </a:solidFill>
            </a:endParaRPr>
          </a:p>
        </p:txBody>
      </p:sp>
      <p:grpSp>
        <p:nvGrpSpPr>
          <p:cNvPr id="527" name="组合 526">
            <a:extLst>
              <a:ext uri="{FF2B5EF4-FFF2-40B4-BE49-F238E27FC236}">
                <a16:creationId xmlns:a16="http://schemas.microsoft.com/office/drawing/2014/main" id="{75A5C423-D582-9392-58DF-D0A9CA2E0EBB}"/>
              </a:ext>
            </a:extLst>
          </p:cNvPr>
          <p:cNvGrpSpPr/>
          <p:nvPr/>
        </p:nvGrpSpPr>
        <p:grpSpPr>
          <a:xfrm>
            <a:off x="3295123" y="4371487"/>
            <a:ext cx="497668" cy="468145"/>
            <a:chOff x="3344284" y="4479641"/>
            <a:chExt cx="497668" cy="468145"/>
          </a:xfrm>
        </p:grpSpPr>
        <p:sp>
          <p:nvSpPr>
            <p:cNvPr id="460" name="椭圆 459">
              <a:extLst>
                <a:ext uri="{FF2B5EF4-FFF2-40B4-BE49-F238E27FC236}">
                  <a16:creationId xmlns:a16="http://schemas.microsoft.com/office/drawing/2014/main" id="{26B9353D-B1B7-A78A-9BEF-9BFFDB2132F7}"/>
                </a:ext>
              </a:extLst>
            </p:cNvPr>
            <p:cNvSpPr/>
            <p:nvPr/>
          </p:nvSpPr>
          <p:spPr>
            <a:xfrm flipV="1">
              <a:off x="3383429" y="4600670"/>
              <a:ext cx="312271" cy="313613"/>
            </a:xfrm>
            <a:prstGeom prst="ellipse">
              <a:avLst/>
            </a:prstGeom>
            <a:solidFill>
              <a:srgbClr val="F4FCFF"/>
            </a:solidFill>
            <a:ln w="9525">
              <a:solidFill>
                <a:srgbClr val="297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59" name="椭圆 458">
              <a:extLst>
                <a:ext uri="{FF2B5EF4-FFF2-40B4-BE49-F238E27FC236}">
                  <a16:creationId xmlns:a16="http://schemas.microsoft.com/office/drawing/2014/main" id="{0787EEF1-DE22-0F90-FEA4-44AEE54AFA89}"/>
                </a:ext>
              </a:extLst>
            </p:cNvPr>
            <p:cNvSpPr/>
            <p:nvPr/>
          </p:nvSpPr>
          <p:spPr>
            <a:xfrm flipV="1">
              <a:off x="3472367" y="4776578"/>
              <a:ext cx="45719" cy="48005"/>
            </a:xfrm>
            <a:prstGeom prst="ellipse">
              <a:avLst/>
            </a:prstGeom>
            <a:solidFill>
              <a:srgbClr val="9ACADC"/>
            </a:solidFill>
            <a:ln w="9525">
              <a:solidFill>
                <a:srgbClr val="297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463" name="直线箭头连接符 462">
              <a:extLst>
                <a:ext uri="{FF2B5EF4-FFF2-40B4-BE49-F238E27FC236}">
                  <a16:creationId xmlns:a16="http://schemas.microsoft.com/office/drawing/2014/main" id="{DED0F00A-BD9E-D15F-0262-5EBCF77B448B}"/>
                </a:ext>
              </a:extLst>
            </p:cNvPr>
            <p:cNvCxnSpPr>
              <a:cxnSpLocks/>
              <a:stCxn id="459" idx="5"/>
            </p:cNvCxnSpPr>
            <p:nvPr/>
          </p:nvCxnSpPr>
          <p:spPr>
            <a:xfrm flipV="1">
              <a:off x="3511391" y="4502150"/>
              <a:ext cx="310245" cy="281458"/>
            </a:xfrm>
            <a:prstGeom prst="straightConnector1">
              <a:avLst/>
            </a:prstGeom>
            <a:ln w="6350">
              <a:solidFill>
                <a:srgbClr val="2978B5"/>
              </a:solidFill>
              <a:headEnd type="none" w="med" len="med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8" name="椭圆 467">
              <a:extLst>
                <a:ext uri="{FF2B5EF4-FFF2-40B4-BE49-F238E27FC236}">
                  <a16:creationId xmlns:a16="http://schemas.microsoft.com/office/drawing/2014/main" id="{825556AB-EEF3-FFA6-EA09-6D2E525CA2B4}"/>
                </a:ext>
              </a:extLst>
            </p:cNvPr>
            <p:cNvSpPr/>
            <p:nvPr/>
          </p:nvSpPr>
          <p:spPr>
            <a:xfrm flipV="1">
              <a:off x="3344284" y="4488583"/>
              <a:ext cx="457238" cy="459203"/>
            </a:xfrm>
            <a:prstGeom prst="ellipse">
              <a:avLst/>
            </a:prstGeom>
            <a:noFill/>
            <a:ln w="9525">
              <a:solidFill>
                <a:srgbClr val="C92422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472" name="直线箭头连接符 471">
              <a:extLst>
                <a:ext uri="{FF2B5EF4-FFF2-40B4-BE49-F238E27FC236}">
                  <a16:creationId xmlns:a16="http://schemas.microsoft.com/office/drawing/2014/main" id="{F5B39E2F-EFBA-8917-840C-CC5A0F29A3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646" y="4753525"/>
              <a:ext cx="184229" cy="38854"/>
            </a:xfrm>
            <a:prstGeom prst="straightConnector1">
              <a:avLst/>
            </a:prstGeom>
            <a:ln w="6350">
              <a:solidFill>
                <a:srgbClr val="2978B5"/>
              </a:solidFill>
              <a:prstDash val="sysDot"/>
              <a:headEnd type="none" w="med" len="med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5" name="椭圆 524">
              <a:extLst>
                <a:ext uri="{FF2B5EF4-FFF2-40B4-BE49-F238E27FC236}">
                  <a16:creationId xmlns:a16="http://schemas.microsoft.com/office/drawing/2014/main" id="{088EFCEA-0076-6288-0F4A-34A53A808B2C}"/>
                </a:ext>
              </a:extLst>
            </p:cNvPr>
            <p:cNvSpPr/>
            <p:nvPr/>
          </p:nvSpPr>
          <p:spPr>
            <a:xfrm flipV="1">
              <a:off x="3669327" y="4729522"/>
              <a:ext cx="45719" cy="48005"/>
            </a:xfrm>
            <a:prstGeom prst="ellipse">
              <a:avLst/>
            </a:prstGeom>
            <a:solidFill>
              <a:srgbClr val="F4FCFF"/>
            </a:solidFill>
            <a:ln w="9525">
              <a:solidFill>
                <a:srgbClr val="2978B5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6" name="椭圆 525">
              <a:extLst>
                <a:ext uri="{FF2B5EF4-FFF2-40B4-BE49-F238E27FC236}">
                  <a16:creationId xmlns:a16="http://schemas.microsoft.com/office/drawing/2014/main" id="{2F97D86A-3E9A-696F-F2FF-69B312F07233}"/>
                </a:ext>
              </a:extLst>
            </p:cNvPr>
            <p:cNvSpPr/>
            <p:nvPr/>
          </p:nvSpPr>
          <p:spPr>
            <a:xfrm flipV="1">
              <a:off x="3796233" y="4479641"/>
              <a:ext cx="45719" cy="48005"/>
            </a:xfrm>
            <a:prstGeom prst="ellipse">
              <a:avLst/>
            </a:prstGeom>
            <a:noFill/>
            <a:ln w="9525">
              <a:solidFill>
                <a:srgbClr val="C92422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476" name="直线连接符 475">
              <a:extLst>
                <a:ext uri="{FF2B5EF4-FFF2-40B4-BE49-F238E27FC236}">
                  <a16:creationId xmlns:a16="http://schemas.microsoft.com/office/drawing/2014/main" id="{DBA7BD81-3433-F5AF-60EC-47EF6A8509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2525" y="4502150"/>
              <a:ext cx="129111" cy="241850"/>
            </a:xfrm>
            <a:prstGeom prst="line">
              <a:avLst/>
            </a:prstGeom>
            <a:ln w="6350">
              <a:solidFill>
                <a:srgbClr val="C9242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83" name="文本框 482">
                <a:extLst>
                  <a:ext uri="{FF2B5EF4-FFF2-40B4-BE49-F238E27FC236}">
                    <a16:creationId xmlns:a16="http://schemas.microsoft.com/office/drawing/2014/main" id="{2136ECD9-CD53-38FA-52F5-8BC11A85B498}"/>
                  </a:ext>
                </a:extLst>
              </p:cNvPr>
              <p:cNvSpPr txBox="1"/>
              <p:nvPr/>
            </p:nvSpPr>
            <p:spPr>
              <a:xfrm>
                <a:off x="3705457" y="4506059"/>
                <a:ext cx="4251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2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2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p>
                          <m:r>
                            <a:rPr kumimoji="1" lang="en-US" altLang="zh-CN" sz="12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483" name="文本框 482">
                <a:extLst>
                  <a:ext uri="{FF2B5EF4-FFF2-40B4-BE49-F238E27FC236}">
                    <a16:creationId xmlns:a16="http://schemas.microsoft.com/office/drawing/2014/main" id="{2136ECD9-CD53-38FA-52F5-8BC11A85B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457" y="4506059"/>
                <a:ext cx="425116" cy="276999"/>
              </a:xfrm>
              <a:prstGeom prst="rect">
                <a:avLst/>
              </a:prstGeom>
              <a:blipFill>
                <a:blip r:embed="rId16"/>
                <a:stretch>
                  <a:fillRect r="-285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4" name="文本框 483">
                <a:extLst>
                  <a:ext uri="{FF2B5EF4-FFF2-40B4-BE49-F238E27FC236}">
                    <a16:creationId xmlns:a16="http://schemas.microsoft.com/office/drawing/2014/main" id="{62EC25EF-941F-038B-F26C-4737D7C8AA38}"/>
                  </a:ext>
                </a:extLst>
              </p:cNvPr>
              <p:cNvSpPr txBox="1"/>
              <p:nvPr/>
            </p:nvSpPr>
            <p:spPr>
              <a:xfrm>
                <a:off x="4795515" y="4477821"/>
                <a:ext cx="3770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2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2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p>
                          <m:r>
                            <a:rPr kumimoji="1" lang="en-US" altLang="zh-CN" sz="12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𝒔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484" name="文本框 483">
                <a:extLst>
                  <a:ext uri="{FF2B5EF4-FFF2-40B4-BE49-F238E27FC236}">
                    <a16:creationId xmlns:a16="http://schemas.microsoft.com/office/drawing/2014/main" id="{62EC25EF-941F-038B-F26C-4737D7C8A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515" y="4477821"/>
                <a:ext cx="377026" cy="276999"/>
              </a:xfrm>
              <a:prstGeom prst="rect">
                <a:avLst/>
              </a:prstGeom>
              <a:blipFill>
                <a:blip r:embed="rId17"/>
                <a:stretch>
                  <a:fillRect r="-3226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5" name="文本框 484">
                <a:extLst>
                  <a:ext uri="{FF2B5EF4-FFF2-40B4-BE49-F238E27FC236}">
                    <a16:creationId xmlns:a16="http://schemas.microsoft.com/office/drawing/2014/main" id="{B5D7E86E-2743-6DFB-705F-AF84437DB37B}"/>
                  </a:ext>
                </a:extLst>
              </p:cNvPr>
              <p:cNvSpPr txBox="1"/>
              <p:nvPr/>
            </p:nvSpPr>
            <p:spPr>
              <a:xfrm>
                <a:off x="5872431" y="4473147"/>
                <a:ext cx="389850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2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2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p>
                          <m:r>
                            <a:rPr kumimoji="1" lang="en-US" altLang="zh-CN" sz="12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485" name="文本框 484">
                <a:extLst>
                  <a:ext uri="{FF2B5EF4-FFF2-40B4-BE49-F238E27FC236}">
                    <a16:creationId xmlns:a16="http://schemas.microsoft.com/office/drawing/2014/main" id="{B5D7E86E-2743-6DFB-705F-AF84437DB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431" y="4473147"/>
                <a:ext cx="389850" cy="283989"/>
              </a:xfrm>
              <a:prstGeom prst="rect">
                <a:avLst/>
              </a:prstGeom>
              <a:blipFill>
                <a:blip r:embed="rId18"/>
                <a:stretch>
                  <a:fillRect r="-6452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7" name="组合 506">
            <a:extLst>
              <a:ext uri="{FF2B5EF4-FFF2-40B4-BE49-F238E27FC236}">
                <a16:creationId xmlns:a16="http://schemas.microsoft.com/office/drawing/2014/main" id="{93E9C1AD-0F9E-E548-2677-573558CB909F}"/>
              </a:ext>
            </a:extLst>
          </p:cNvPr>
          <p:cNvGrpSpPr/>
          <p:nvPr/>
        </p:nvGrpSpPr>
        <p:grpSpPr>
          <a:xfrm>
            <a:off x="4354564" y="4425577"/>
            <a:ext cx="427038" cy="374142"/>
            <a:chOff x="4403725" y="4533731"/>
            <a:chExt cx="427038" cy="374142"/>
          </a:xfrm>
        </p:grpSpPr>
        <p:sp>
          <p:nvSpPr>
            <p:cNvPr id="486" name="椭圆 485">
              <a:extLst>
                <a:ext uri="{FF2B5EF4-FFF2-40B4-BE49-F238E27FC236}">
                  <a16:creationId xmlns:a16="http://schemas.microsoft.com/office/drawing/2014/main" id="{17E7B5F5-3231-D2B9-AA2A-32C6FA098934}"/>
                </a:ext>
              </a:extLst>
            </p:cNvPr>
            <p:cNvSpPr/>
            <p:nvPr/>
          </p:nvSpPr>
          <p:spPr>
            <a:xfrm flipV="1">
              <a:off x="4583001" y="4859868"/>
              <a:ext cx="45719" cy="48005"/>
            </a:xfrm>
            <a:prstGeom prst="ellipse">
              <a:avLst/>
            </a:prstGeom>
            <a:solidFill>
              <a:srgbClr val="9ACADC"/>
            </a:solidFill>
            <a:ln w="9525">
              <a:solidFill>
                <a:srgbClr val="297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8" name="矩形 487">
              <a:extLst>
                <a:ext uri="{FF2B5EF4-FFF2-40B4-BE49-F238E27FC236}">
                  <a16:creationId xmlns:a16="http://schemas.microsoft.com/office/drawing/2014/main" id="{CA88FC0B-8800-B7C7-A238-F2608BE4847B}"/>
                </a:ext>
              </a:extLst>
            </p:cNvPr>
            <p:cNvSpPr/>
            <p:nvPr/>
          </p:nvSpPr>
          <p:spPr>
            <a:xfrm>
              <a:off x="4403725" y="4563025"/>
              <a:ext cx="73025" cy="45719"/>
            </a:xfrm>
            <a:prstGeom prst="rect">
              <a:avLst/>
            </a:prstGeom>
            <a:solidFill>
              <a:srgbClr val="D4CCED"/>
            </a:solidFill>
            <a:ln w="6350">
              <a:solidFill>
                <a:srgbClr val="8160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9" name="矩形 488">
              <a:extLst>
                <a:ext uri="{FF2B5EF4-FFF2-40B4-BE49-F238E27FC236}">
                  <a16:creationId xmlns:a16="http://schemas.microsoft.com/office/drawing/2014/main" id="{D315A042-2175-1BDB-274C-60F37D78A3F2}"/>
                </a:ext>
              </a:extLst>
            </p:cNvPr>
            <p:cNvSpPr/>
            <p:nvPr/>
          </p:nvSpPr>
          <p:spPr>
            <a:xfrm>
              <a:off x="4575698" y="4533731"/>
              <a:ext cx="73025" cy="45719"/>
            </a:xfrm>
            <a:prstGeom prst="rect">
              <a:avLst/>
            </a:prstGeom>
            <a:solidFill>
              <a:srgbClr val="D4CCED"/>
            </a:solidFill>
            <a:ln w="6350">
              <a:solidFill>
                <a:srgbClr val="8160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0" name="矩形 489">
              <a:extLst>
                <a:ext uri="{FF2B5EF4-FFF2-40B4-BE49-F238E27FC236}">
                  <a16:creationId xmlns:a16="http://schemas.microsoft.com/office/drawing/2014/main" id="{2E54823B-1297-E0A7-F562-39A5E8943A1A}"/>
                </a:ext>
              </a:extLst>
            </p:cNvPr>
            <p:cNvSpPr/>
            <p:nvPr/>
          </p:nvSpPr>
          <p:spPr>
            <a:xfrm>
              <a:off x="4757738" y="4575006"/>
              <a:ext cx="73025" cy="45719"/>
            </a:xfrm>
            <a:prstGeom prst="rect">
              <a:avLst/>
            </a:prstGeom>
            <a:solidFill>
              <a:srgbClr val="D4CCED"/>
            </a:solidFill>
            <a:ln w="6350">
              <a:solidFill>
                <a:srgbClr val="8160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491" name="直线连接符 490">
              <a:extLst>
                <a:ext uri="{FF2B5EF4-FFF2-40B4-BE49-F238E27FC236}">
                  <a16:creationId xmlns:a16="http://schemas.microsoft.com/office/drawing/2014/main" id="{9E79149E-C6B7-69C6-E544-F22EF3B52D84}"/>
                </a:ext>
              </a:extLst>
            </p:cNvPr>
            <p:cNvCxnSpPr>
              <a:cxnSpLocks/>
              <a:stCxn id="490" idx="2"/>
            </p:cNvCxnSpPr>
            <p:nvPr/>
          </p:nvCxnSpPr>
          <p:spPr>
            <a:xfrm flipH="1">
              <a:off x="4678887" y="4620725"/>
              <a:ext cx="115364" cy="170900"/>
            </a:xfrm>
            <a:prstGeom prst="line">
              <a:avLst/>
            </a:prstGeom>
            <a:ln w="12700">
              <a:solidFill>
                <a:srgbClr val="C9242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直线连接符 492">
              <a:extLst>
                <a:ext uri="{FF2B5EF4-FFF2-40B4-BE49-F238E27FC236}">
                  <a16:creationId xmlns:a16="http://schemas.microsoft.com/office/drawing/2014/main" id="{E60B31DB-9755-7206-86ED-14368250C0A1}"/>
                </a:ext>
              </a:extLst>
            </p:cNvPr>
            <p:cNvCxnSpPr>
              <a:cxnSpLocks/>
              <a:endCxn id="486" idx="4"/>
            </p:cNvCxnSpPr>
            <p:nvPr/>
          </p:nvCxnSpPr>
          <p:spPr>
            <a:xfrm flipH="1">
              <a:off x="4605861" y="4582075"/>
              <a:ext cx="6350" cy="277793"/>
            </a:xfrm>
            <a:prstGeom prst="line">
              <a:avLst/>
            </a:prstGeom>
            <a:ln w="6350">
              <a:solidFill>
                <a:srgbClr val="C9242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直线连接符 495">
              <a:extLst>
                <a:ext uri="{FF2B5EF4-FFF2-40B4-BE49-F238E27FC236}">
                  <a16:creationId xmlns:a16="http://schemas.microsoft.com/office/drawing/2014/main" id="{158B48EE-87E9-33DD-ACFD-3B76C2E43411}"/>
                </a:ext>
              </a:extLst>
            </p:cNvPr>
            <p:cNvCxnSpPr>
              <a:cxnSpLocks/>
              <a:stCxn id="488" idx="2"/>
              <a:endCxn id="486" idx="3"/>
            </p:cNvCxnSpPr>
            <p:nvPr/>
          </p:nvCxnSpPr>
          <p:spPr>
            <a:xfrm>
              <a:off x="4440238" y="4608744"/>
              <a:ext cx="149458" cy="258154"/>
            </a:xfrm>
            <a:prstGeom prst="line">
              <a:avLst/>
            </a:prstGeom>
            <a:ln w="6350">
              <a:solidFill>
                <a:srgbClr val="C9242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8" name="组合 507">
            <a:extLst>
              <a:ext uri="{FF2B5EF4-FFF2-40B4-BE49-F238E27FC236}">
                <a16:creationId xmlns:a16="http://schemas.microsoft.com/office/drawing/2014/main" id="{0310455F-5E3D-F19A-772F-A71E4BBA1DEE}"/>
              </a:ext>
            </a:extLst>
          </p:cNvPr>
          <p:cNvGrpSpPr/>
          <p:nvPr/>
        </p:nvGrpSpPr>
        <p:grpSpPr>
          <a:xfrm>
            <a:off x="5469642" y="4518914"/>
            <a:ext cx="486710" cy="236705"/>
            <a:chOff x="4402522" y="4859868"/>
            <a:chExt cx="486710" cy="236705"/>
          </a:xfrm>
        </p:grpSpPr>
        <p:sp>
          <p:nvSpPr>
            <p:cNvPr id="509" name="椭圆 508">
              <a:extLst>
                <a:ext uri="{FF2B5EF4-FFF2-40B4-BE49-F238E27FC236}">
                  <a16:creationId xmlns:a16="http://schemas.microsoft.com/office/drawing/2014/main" id="{7F833C7E-C572-03F5-AF62-B9568523132F}"/>
                </a:ext>
              </a:extLst>
            </p:cNvPr>
            <p:cNvSpPr/>
            <p:nvPr/>
          </p:nvSpPr>
          <p:spPr>
            <a:xfrm flipV="1">
              <a:off x="4583001" y="4859868"/>
              <a:ext cx="45719" cy="48005"/>
            </a:xfrm>
            <a:prstGeom prst="ellipse">
              <a:avLst/>
            </a:prstGeom>
            <a:solidFill>
              <a:srgbClr val="9ACADC"/>
            </a:solidFill>
            <a:ln w="9525">
              <a:solidFill>
                <a:srgbClr val="297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1" name="三角形 510">
              <a:extLst>
                <a:ext uri="{FF2B5EF4-FFF2-40B4-BE49-F238E27FC236}">
                  <a16:creationId xmlns:a16="http://schemas.microsoft.com/office/drawing/2014/main" id="{0283D72D-AF19-F676-73D3-4B449893FB53}"/>
                </a:ext>
              </a:extLst>
            </p:cNvPr>
            <p:cNvSpPr/>
            <p:nvPr/>
          </p:nvSpPr>
          <p:spPr>
            <a:xfrm>
              <a:off x="4605861" y="5050854"/>
              <a:ext cx="73025" cy="45719"/>
            </a:xfrm>
            <a:prstGeom prst="triangle">
              <a:avLst/>
            </a:prstGeom>
            <a:solidFill>
              <a:srgbClr val="FFFAF7"/>
            </a:solidFill>
            <a:ln w="6350">
              <a:solidFill>
                <a:srgbClr val="E978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513" name="直线连接符 512">
              <a:extLst>
                <a:ext uri="{FF2B5EF4-FFF2-40B4-BE49-F238E27FC236}">
                  <a16:creationId xmlns:a16="http://schemas.microsoft.com/office/drawing/2014/main" id="{3075DD97-B31A-04C2-6BB5-0E700844497E}"/>
                </a:ext>
              </a:extLst>
            </p:cNvPr>
            <p:cNvCxnSpPr>
              <a:cxnSpLocks/>
              <a:stCxn id="517" idx="3"/>
              <a:endCxn id="509" idx="7"/>
            </p:cNvCxnSpPr>
            <p:nvPr/>
          </p:nvCxnSpPr>
          <p:spPr>
            <a:xfrm flipH="1" flipV="1">
              <a:off x="4622025" y="4900843"/>
              <a:ext cx="230695" cy="189686"/>
            </a:xfrm>
            <a:prstGeom prst="line">
              <a:avLst/>
            </a:prstGeom>
            <a:ln w="6350">
              <a:solidFill>
                <a:srgbClr val="C9242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直线连接符 513">
              <a:extLst>
                <a:ext uri="{FF2B5EF4-FFF2-40B4-BE49-F238E27FC236}">
                  <a16:creationId xmlns:a16="http://schemas.microsoft.com/office/drawing/2014/main" id="{5BA7209D-EEE1-818C-6EE7-B0E942979B4F}"/>
                </a:ext>
              </a:extLst>
            </p:cNvPr>
            <p:cNvCxnSpPr>
              <a:cxnSpLocks/>
              <a:stCxn id="511" idx="0"/>
              <a:endCxn id="509" idx="0"/>
            </p:cNvCxnSpPr>
            <p:nvPr/>
          </p:nvCxnSpPr>
          <p:spPr>
            <a:xfrm flipH="1" flipV="1">
              <a:off x="4605861" y="4907873"/>
              <a:ext cx="36513" cy="142981"/>
            </a:xfrm>
            <a:prstGeom prst="line">
              <a:avLst/>
            </a:prstGeom>
            <a:ln w="6350">
              <a:solidFill>
                <a:srgbClr val="C9242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直线连接符 514">
              <a:extLst>
                <a:ext uri="{FF2B5EF4-FFF2-40B4-BE49-F238E27FC236}">
                  <a16:creationId xmlns:a16="http://schemas.microsoft.com/office/drawing/2014/main" id="{CC65CD67-8ED7-A230-9491-243F27159E6F}"/>
                </a:ext>
              </a:extLst>
            </p:cNvPr>
            <p:cNvCxnSpPr>
              <a:cxnSpLocks/>
              <a:stCxn id="516" idx="5"/>
              <a:endCxn id="509" idx="1"/>
            </p:cNvCxnSpPr>
            <p:nvPr/>
          </p:nvCxnSpPr>
          <p:spPr>
            <a:xfrm flipV="1">
              <a:off x="4457291" y="4900843"/>
              <a:ext cx="132405" cy="168511"/>
            </a:xfrm>
            <a:prstGeom prst="line">
              <a:avLst/>
            </a:prstGeom>
            <a:ln w="6350">
              <a:solidFill>
                <a:srgbClr val="C9242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6" name="三角形 515">
              <a:extLst>
                <a:ext uri="{FF2B5EF4-FFF2-40B4-BE49-F238E27FC236}">
                  <a16:creationId xmlns:a16="http://schemas.microsoft.com/office/drawing/2014/main" id="{AEAFADC0-874A-BD9E-3F5D-BDF15A2DC593}"/>
                </a:ext>
              </a:extLst>
            </p:cNvPr>
            <p:cNvSpPr/>
            <p:nvPr/>
          </p:nvSpPr>
          <p:spPr>
            <a:xfrm>
              <a:off x="4402522" y="5046494"/>
              <a:ext cx="73025" cy="45719"/>
            </a:xfrm>
            <a:prstGeom prst="triangle">
              <a:avLst/>
            </a:prstGeom>
            <a:solidFill>
              <a:srgbClr val="FFFAF7"/>
            </a:solidFill>
            <a:ln w="6350">
              <a:solidFill>
                <a:srgbClr val="E978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7" name="三角形 516">
              <a:extLst>
                <a:ext uri="{FF2B5EF4-FFF2-40B4-BE49-F238E27FC236}">
                  <a16:creationId xmlns:a16="http://schemas.microsoft.com/office/drawing/2014/main" id="{AF4B0D25-BB11-2084-C22C-91487DABCC45}"/>
                </a:ext>
              </a:extLst>
            </p:cNvPr>
            <p:cNvSpPr/>
            <p:nvPr/>
          </p:nvSpPr>
          <p:spPr>
            <a:xfrm>
              <a:off x="4816207" y="5044810"/>
              <a:ext cx="73025" cy="45719"/>
            </a:xfrm>
            <a:prstGeom prst="triangle">
              <a:avLst/>
            </a:prstGeom>
            <a:solidFill>
              <a:srgbClr val="FFFAF7"/>
            </a:solidFill>
            <a:ln w="6350">
              <a:solidFill>
                <a:srgbClr val="E978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544" name="组合 543">
            <a:extLst>
              <a:ext uri="{FF2B5EF4-FFF2-40B4-BE49-F238E27FC236}">
                <a16:creationId xmlns:a16="http://schemas.microsoft.com/office/drawing/2014/main" id="{4CC07B50-8C82-303F-CE56-B2C0D54B6DC4}"/>
              </a:ext>
            </a:extLst>
          </p:cNvPr>
          <p:cNvGrpSpPr/>
          <p:nvPr/>
        </p:nvGrpSpPr>
        <p:grpSpPr>
          <a:xfrm rot="20860698">
            <a:off x="4463038" y="4669827"/>
            <a:ext cx="200024" cy="197197"/>
            <a:chOff x="7500937" y="4905925"/>
            <a:chExt cx="449262" cy="442912"/>
          </a:xfrm>
        </p:grpSpPr>
        <p:sp>
          <p:nvSpPr>
            <p:cNvPr id="545" name="空心弧 544">
              <a:extLst>
                <a:ext uri="{FF2B5EF4-FFF2-40B4-BE49-F238E27FC236}">
                  <a16:creationId xmlns:a16="http://schemas.microsoft.com/office/drawing/2014/main" id="{2D3D5375-228A-1BC3-1E78-8C36C521FB50}"/>
                </a:ext>
              </a:extLst>
            </p:cNvPr>
            <p:cNvSpPr/>
            <p:nvPr/>
          </p:nvSpPr>
          <p:spPr>
            <a:xfrm>
              <a:off x="7597774" y="4905925"/>
              <a:ext cx="352425" cy="352425"/>
            </a:xfrm>
            <a:prstGeom prst="blockArc">
              <a:avLst>
                <a:gd name="adj1" fmla="val 17052154"/>
                <a:gd name="adj2" fmla="val 20976669"/>
                <a:gd name="adj3" fmla="val 7639"/>
              </a:avLst>
            </a:prstGeom>
            <a:solidFill>
              <a:srgbClr val="C92422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6" name="空心弧 545">
              <a:extLst>
                <a:ext uri="{FF2B5EF4-FFF2-40B4-BE49-F238E27FC236}">
                  <a16:creationId xmlns:a16="http://schemas.microsoft.com/office/drawing/2014/main" id="{47239411-9AB4-FD31-21E2-021A3B80026E}"/>
                </a:ext>
              </a:extLst>
            </p:cNvPr>
            <p:cNvSpPr/>
            <p:nvPr/>
          </p:nvSpPr>
          <p:spPr>
            <a:xfrm>
              <a:off x="7548562" y="4948785"/>
              <a:ext cx="352425" cy="352425"/>
            </a:xfrm>
            <a:prstGeom prst="blockArc">
              <a:avLst>
                <a:gd name="adj1" fmla="val 17052154"/>
                <a:gd name="adj2" fmla="val 20976669"/>
                <a:gd name="adj3" fmla="val 7639"/>
              </a:avLst>
            </a:prstGeom>
            <a:solidFill>
              <a:srgbClr val="C92422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7" name="空心弧 546">
              <a:extLst>
                <a:ext uri="{FF2B5EF4-FFF2-40B4-BE49-F238E27FC236}">
                  <a16:creationId xmlns:a16="http://schemas.microsoft.com/office/drawing/2014/main" id="{ABC57E43-2497-0DCD-98E1-7F1F6FDDCE7C}"/>
                </a:ext>
              </a:extLst>
            </p:cNvPr>
            <p:cNvSpPr/>
            <p:nvPr/>
          </p:nvSpPr>
          <p:spPr>
            <a:xfrm>
              <a:off x="7500937" y="4996412"/>
              <a:ext cx="352425" cy="352425"/>
            </a:xfrm>
            <a:prstGeom prst="blockArc">
              <a:avLst>
                <a:gd name="adj1" fmla="val 17052154"/>
                <a:gd name="adj2" fmla="val 20976669"/>
                <a:gd name="adj3" fmla="val 7639"/>
              </a:avLst>
            </a:prstGeom>
            <a:solidFill>
              <a:srgbClr val="C92422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57" name="矩形 556">
            <a:extLst>
              <a:ext uri="{FF2B5EF4-FFF2-40B4-BE49-F238E27FC236}">
                <a16:creationId xmlns:a16="http://schemas.microsoft.com/office/drawing/2014/main" id="{61A7E692-4F61-6858-A0FF-FC168A8269CA}"/>
              </a:ext>
            </a:extLst>
          </p:cNvPr>
          <p:cNvSpPr/>
          <p:nvPr/>
        </p:nvSpPr>
        <p:spPr>
          <a:xfrm>
            <a:off x="5413426" y="4435530"/>
            <a:ext cx="407296" cy="45719"/>
          </a:xfrm>
          <a:prstGeom prst="rect">
            <a:avLst/>
          </a:prstGeom>
          <a:gradFill flip="none" rotWithShape="1">
            <a:gsLst>
              <a:gs pos="0">
                <a:srgbClr val="9ACADC">
                  <a:tint val="66000"/>
                  <a:satMod val="160000"/>
                </a:srgbClr>
              </a:gs>
              <a:gs pos="50000">
                <a:srgbClr val="9ACADC">
                  <a:tint val="44500"/>
                  <a:satMod val="160000"/>
                </a:srgbClr>
              </a:gs>
              <a:gs pos="100000">
                <a:srgbClr val="9ACADC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8" name="矩形 557">
            <a:extLst>
              <a:ext uri="{FF2B5EF4-FFF2-40B4-BE49-F238E27FC236}">
                <a16:creationId xmlns:a16="http://schemas.microsoft.com/office/drawing/2014/main" id="{528683CE-1572-A0E5-D6D1-53272C84CDBA}"/>
              </a:ext>
            </a:extLst>
          </p:cNvPr>
          <p:cNvSpPr/>
          <p:nvPr/>
        </p:nvSpPr>
        <p:spPr>
          <a:xfrm>
            <a:off x="5462756" y="4793008"/>
            <a:ext cx="104736" cy="45719"/>
          </a:xfrm>
          <a:prstGeom prst="rect">
            <a:avLst/>
          </a:prstGeom>
          <a:gradFill flip="none" rotWithShape="1">
            <a:gsLst>
              <a:gs pos="0">
                <a:srgbClr val="E9781E">
                  <a:tint val="66000"/>
                  <a:satMod val="160000"/>
                </a:srgbClr>
              </a:gs>
              <a:gs pos="50000">
                <a:srgbClr val="E9781E">
                  <a:tint val="44500"/>
                  <a:satMod val="160000"/>
                </a:srgbClr>
              </a:gs>
              <a:gs pos="100000">
                <a:srgbClr val="E9781E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9" name="矩形 558">
            <a:extLst>
              <a:ext uri="{FF2B5EF4-FFF2-40B4-BE49-F238E27FC236}">
                <a16:creationId xmlns:a16="http://schemas.microsoft.com/office/drawing/2014/main" id="{2C400488-C534-BC55-5A1A-57ADBFDCFB95}"/>
              </a:ext>
            </a:extLst>
          </p:cNvPr>
          <p:cNvSpPr/>
          <p:nvPr/>
        </p:nvSpPr>
        <p:spPr>
          <a:xfrm>
            <a:off x="5673682" y="4790902"/>
            <a:ext cx="60325" cy="51838"/>
          </a:xfrm>
          <a:prstGeom prst="rect">
            <a:avLst/>
          </a:prstGeom>
          <a:gradFill flip="none" rotWithShape="1">
            <a:gsLst>
              <a:gs pos="0">
                <a:srgbClr val="E9781E">
                  <a:tint val="66000"/>
                  <a:satMod val="160000"/>
                </a:srgbClr>
              </a:gs>
              <a:gs pos="50000">
                <a:srgbClr val="E9781E">
                  <a:tint val="44500"/>
                  <a:satMod val="160000"/>
                </a:srgbClr>
              </a:gs>
              <a:gs pos="100000">
                <a:srgbClr val="E9781E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0" name="矩形 559">
            <a:extLst>
              <a:ext uri="{FF2B5EF4-FFF2-40B4-BE49-F238E27FC236}">
                <a16:creationId xmlns:a16="http://schemas.microsoft.com/office/drawing/2014/main" id="{6849B8AA-4FAB-22D8-CFD7-908BBBE12B24}"/>
              </a:ext>
            </a:extLst>
          </p:cNvPr>
          <p:cNvSpPr/>
          <p:nvPr/>
        </p:nvSpPr>
        <p:spPr>
          <a:xfrm>
            <a:off x="5846853" y="4793009"/>
            <a:ext cx="180936" cy="47625"/>
          </a:xfrm>
          <a:prstGeom prst="rect">
            <a:avLst/>
          </a:prstGeom>
          <a:gradFill flip="none" rotWithShape="1">
            <a:gsLst>
              <a:gs pos="0">
                <a:srgbClr val="E9781E">
                  <a:tint val="66000"/>
                  <a:satMod val="160000"/>
                </a:srgbClr>
              </a:gs>
              <a:gs pos="50000">
                <a:srgbClr val="E9781E">
                  <a:tint val="44500"/>
                  <a:satMod val="160000"/>
                </a:srgbClr>
              </a:gs>
              <a:gs pos="100000">
                <a:srgbClr val="E9781E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4" name="obs-panel">
            <a:extLst>
              <a:ext uri="{FF2B5EF4-FFF2-40B4-BE49-F238E27FC236}">
                <a16:creationId xmlns:a16="http://schemas.microsoft.com/office/drawing/2014/main" id="{66E2A4F9-8329-FF1A-8117-8129ACA91A9A}"/>
              </a:ext>
            </a:extLst>
          </p:cNvPr>
          <p:cNvSpPr/>
          <p:nvPr/>
        </p:nvSpPr>
        <p:spPr>
          <a:xfrm>
            <a:off x="1551569" y="4273649"/>
            <a:ext cx="4923895" cy="647947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973857355">
                  <a:custGeom>
                    <a:avLst/>
                    <a:gdLst>
                      <a:gd name="csX0" fmla="*/ 0 w 4923895"/>
                      <a:gd name="csY0" fmla="*/ 0 h 647947"/>
                      <a:gd name="csX1" fmla="*/ 596338 w 4923895"/>
                      <a:gd name="csY1" fmla="*/ 0 h 647947"/>
                      <a:gd name="csX2" fmla="*/ 1143438 w 4923895"/>
                      <a:gd name="csY2" fmla="*/ 0 h 647947"/>
                      <a:gd name="csX3" fmla="*/ 1641298 w 4923895"/>
                      <a:gd name="csY3" fmla="*/ 0 h 647947"/>
                      <a:gd name="csX4" fmla="*/ 2188398 w 4923895"/>
                      <a:gd name="csY4" fmla="*/ 0 h 647947"/>
                      <a:gd name="csX5" fmla="*/ 2686258 w 4923895"/>
                      <a:gd name="csY5" fmla="*/ 0 h 647947"/>
                      <a:gd name="csX6" fmla="*/ 3331836 w 4923895"/>
                      <a:gd name="csY6" fmla="*/ 0 h 647947"/>
                      <a:gd name="csX7" fmla="*/ 3731218 w 4923895"/>
                      <a:gd name="csY7" fmla="*/ 0 h 647947"/>
                      <a:gd name="csX8" fmla="*/ 4130601 w 4923895"/>
                      <a:gd name="csY8" fmla="*/ 0 h 647947"/>
                      <a:gd name="csX9" fmla="*/ 4923895 w 4923895"/>
                      <a:gd name="csY9" fmla="*/ 0 h 647947"/>
                      <a:gd name="csX10" fmla="*/ 4923895 w 4923895"/>
                      <a:gd name="csY10" fmla="*/ 330453 h 647947"/>
                      <a:gd name="csX11" fmla="*/ 4923895 w 4923895"/>
                      <a:gd name="csY11" fmla="*/ 647947 h 647947"/>
                      <a:gd name="csX12" fmla="*/ 4327557 w 4923895"/>
                      <a:gd name="csY12" fmla="*/ 647947 h 647947"/>
                      <a:gd name="csX13" fmla="*/ 3928174 w 4923895"/>
                      <a:gd name="csY13" fmla="*/ 647947 h 647947"/>
                      <a:gd name="csX14" fmla="*/ 3381075 w 4923895"/>
                      <a:gd name="csY14" fmla="*/ 647947 h 647947"/>
                      <a:gd name="csX15" fmla="*/ 2735497 w 4923895"/>
                      <a:gd name="csY15" fmla="*/ 647947 h 647947"/>
                      <a:gd name="csX16" fmla="*/ 2336115 w 4923895"/>
                      <a:gd name="csY16" fmla="*/ 647947 h 647947"/>
                      <a:gd name="csX17" fmla="*/ 1936732 w 4923895"/>
                      <a:gd name="csY17" fmla="*/ 647947 h 647947"/>
                      <a:gd name="csX18" fmla="*/ 1537349 w 4923895"/>
                      <a:gd name="csY18" fmla="*/ 647947 h 647947"/>
                      <a:gd name="csX19" fmla="*/ 1088728 w 4923895"/>
                      <a:gd name="csY19" fmla="*/ 647947 h 647947"/>
                      <a:gd name="csX20" fmla="*/ 541628 w 4923895"/>
                      <a:gd name="csY20" fmla="*/ 647947 h 647947"/>
                      <a:gd name="csX21" fmla="*/ 0 w 4923895"/>
                      <a:gd name="csY21" fmla="*/ 647947 h 647947"/>
                      <a:gd name="csX22" fmla="*/ 0 w 4923895"/>
                      <a:gd name="csY22" fmla="*/ 317494 h 647947"/>
                      <a:gd name="csX23" fmla="*/ 0 w 4923895"/>
                      <a:gd name="csY23" fmla="*/ 0 h 64794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</a:cxnLst>
                    <a:rect l="l" t="t" r="r" b="b"/>
                    <a:pathLst>
                      <a:path w="4923895" h="647947" extrusionOk="0">
                        <a:moveTo>
                          <a:pt x="0" y="0"/>
                        </a:moveTo>
                        <a:cubicBezTo>
                          <a:pt x="218768" y="-26988"/>
                          <a:pt x="338625" y="69810"/>
                          <a:pt x="596338" y="0"/>
                        </a:cubicBezTo>
                        <a:cubicBezTo>
                          <a:pt x="854051" y="-69810"/>
                          <a:pt x="986620" y="260"/>
                          <a:pt x="1143438" y="0"/>
                        </a:cubicBezTo>
                        <a:cubicBezTo>
                          <a:pt x="1300256" y="-260"/>
                          <a:pt x="1503700" y="34145"/>
                          <a:pt x="1641298" y="0"/>
                        </a:cubicBezTo>
                        <a:cubicBezTo>
                          <a:pt x="1778896" y="-34145"/>
                          <a:pt x="1960463" y="34430"/>
                          <a:pt x="2188398" y="0"/>
                        </a:cubicBezTo>
                        <a:cubicBezTo>
                          <a:pt x="2416333" y="-34430"/>
                          <a:pt x="2549215" y="10864"/>
                          <a:pt x="2686258" y="0"/>
                        </a:cubicBezTo>
                        <a:cubicBezTo>
                          <a:pt x="2823301" y="-10864"/>
                          <a:pt x="3029266" y="70108"/>
                          <a:pt x="3331836" y="0"/>
                        </a:cubicBezTo>
                        <a:cubicBezTo>
                          <a:pt x="3634406" y="-70108"/>
                          <a:pt x="3621766" y="13757"/>
                          <a:pt x="3731218" y="0"/>
                        </a:cubicBezTo>
                        <a:cubicBezTo>
                          <a:pt x="3840670" y="-13757"/>
                          <a:pt x="3963491" y="33720"/>
                          <a:pt x="4130601" y="0"/>
                        </a:cubicBezTo>
                        <a:cubicBezTo>
                          <a:pt x="4297711" y="-33720"/>
                          <a:pt x="4701200" y="71242"/>
                          <a:pt x="4923895" y="0"/>
                        </a:cubicBezTo>
                        <a:cubicBezTo>
                          <a:pt x="4936078" y="86497"/>
                          <a:pt x="4923571" y="198855"/>
                          <a:pt x="4923895" y="330453"/>
                        </a:cubicBezTo>
                        <a:cubicBezTo>
                          <a:pt x="4924219" y="462051"/>
                          <a:pt x="4900770" y="492661"/>
                          <a:pt x="4923895" y="647947"/>
                        </a:cubicBezTo>
                        <a:cubicBezTo>
                          <a:pt x="4694694" y="715906"/>
                          <a:pt x="4556012" y="610233"/>
                          <a:pt x="4327557" y="647947"/>
                        </a:cubicBezTo>
                        <a:cubicBezTo>
                          <a:pt x="4099102" y="685661"/>
                          <a:pt x="4036543" y="630369"/>
                          <a:pt x="3928174" y="647947"/>
                        </a:cubicBezTo>
                        <a:cubicBezTo>
                          <a:pt x="3819805" y="665525"/>
                          <a:pt x="3503823" y="630133"/>
                          <a:pt x="3381075" y="647947"/>
                        </a:cubicBezTo>
                        <a:cubicBezTo>
                          <a:pt x="3258327" y="665761"/>
                          <a:pt x="2955249" y="628773"/>
                          <a:pt x="2735497" y="647947"/>
                        </a:cubicBezTo>
                        <a:cubicBezTo>
                          <a:pt x="2515745" y="667121"/>
                          <a:pt x="2516049" y="615849"/>
                          <a:pt x="2336115" y="647947"/>
                        </a:cubicBezTo>
                        <a:cubicBezTo>
                          <a:pt x="2156181" y="680045"/>
                          <a:pt x="2039815" y="638305"/>
                          <a:pt x="1936732" y="647947"/>
                        </a:cubicBezTo>
                        <a:cubicBezTo>
                          <a:pt x="1833649" y="657589"/>
                          <a:pt x="1716180" y="636893"/>
                          <a:pt x="1537349" y="647947"/>
                        </a:cubicBezTo>
                        <a:cubicBezTo>
                          <a:pt x="1358518" y="659001"/>
                          <a:pt x="1287617" y="606893"/>
                          <a:pt x="1088728" y="647947"/>
                        </a:cubicBezTo>
                        <a:cubicBezTo>
                          <a:pt x="889839" y="689001"/>
                          <a:pt x="657409" y="593683"/>
                          <a:pt x="541628" y="647947"/>
                        </a:cubicBezTo>
                        <a:cubicBezTo>
                          <a:pt x="425847" y="702211"/>
                          <a:pt x="140908" y="630546"/>
                          <a:pt x="0" y="647947"/>
                        </a:cubicBezTo>
                        <a:cubicBezTo>
                          <a:pt x="-14785" y="575710"/>
                          <a:pt x="13221" y="462075"/>
                          <a:pt x="0" y="317494"/>
                        </a:cubicBezTo>
                        <a:cubicBezTo>
                          <a:pt x="-13221" y="172913"/>
                          <a:pt x="6532" y="13501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65" name="文本框 564">
            <a:extLst>
              <a:ext uri="{FF2B5EF4-FFF2-40B4-BE49-F238E27FC236}">
                <a16:creationId xmlns:a16="http://schemas.microsoft.com/office/drawing/2014/main" id="{CBC532C9-24D3-BBDE-5673-4E4EE8590B92}"/>
              </a:ext>
            </a:extLst>
          </p:cNvPr>
          <p:cNvSpPr txBox="1"/>
          <p:nvPr/>
        </p:nvSpPr>
        <p:spPr>
          <a:xfrm>
            <a:off x="1585807" y="4329916"/>
            <a:ext cx="16088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Action Aggregation</a:t>
            </a:r>
          </a:p>
        </p:txBody>
      </p:sp>
      <p:sp>
        <p:nvSpPr>
          <p:cNvPr id="566" name="obs-panel">
            <a:extLst>
              <a:ext uri="{FF2B5EF4-FFF2-40B4-BE49-F238E27FC236}">
                <a16:creationId xmlns:a16="http://schemas.microsoft.com/office/drawing/2014/main" id="{E34B08BF-164F-D7B0-3CAF-76DBEA3194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04245" y="118745"/>
            <a:ext cx="3536516" cy="28006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  <a:prstDash val="dash"/>
          </a:ln>
        </p:spPr>
      </p:sp>
      <p:sp>
        <p:nvSpPr>
          <p:cNvPr id="567" name="obs-panel">
            <a:extLst>
              <a:ext uri="{FF2B5EF4-FFF2-40B4-BE49-F238E27FC236}">
                <a16:creationId xmlns:a16="http://schemas.microsoft.com/office/drawing/2014/main" id="{A2FCA24B-C207-AE5B-6707-1D1BA18380E7}"/>
              </a:ext>
            </a:extLst>
          </p:cNvPr>
          <p:cNvSpPr>
            <a:spLocks/>
          </p:cNvSpPr>
          <p:nvPr/>
        </p:nvSpPr>
        <p:spPr>
          <a:xfrm>
            <a:off x="103238" y="5171440"/>
            <a:ext cx="8937523" cy="166348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2">
                <a:lumMod val="90000"/>
                <a:lumOff val="10000"/>
              </a:schemeClr>
            </a:solidFill>
            <a:prstDash val="dash"/>
          </a:ln>
        </p:spPr>
      </p:sp>
      <p:sp>
        <p:nvSpPr>
          <p:cNvPr id="588" name="文本框 587">
            <a:extLst>
              <a:ext uri="{FF2B5EF4-FFF2-40B4-BE49-F238E27FC236}">
                <a16:creationId xmlns:a16="http://schemas.microsoft.com/office/drawing/2014/main" id="{D916EE3E-D601-C188-8D8B-797DED387024}"/>
              </a:ext>
            </a:extLst>
          </p:cNvPr>
          <p:cNvSpPr txBox="1"/>
          <p:nvPr/>
        </p:nvSpPr>
        <p:spPr>
          <a:xfrm>
            <a:off x="3705457" y="5197325"/>
            <a:ext cx="1733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Evolution</a:t>
            </a:r>
          </a:p>
        </p:txBody>
      </p:sp>
      <p:sp>
        <p:nvSpPr>
          <p:cNvPr id="590" name="右箭头 589">
            <a:extLst>
              <a:ext uri="{FF2B5EF4-FFF2-40B4-BE49-F238E27FC236}">
                <a16:creationId xmlns:a16="http://schemas.microsoft.com/office/drawing/2014/main" id="{2D9D0A72-DFF4-F03D-C01C-FA76591481EA}"/>
              </a:ext>
            </a:extLst>
          </p:cNvPr>
          <p:cNvSpPr/>
          <p:nvPr/>
        </p:nvSpPr>
        <p:spPr>
          <a:xfrm flipV="1">
            <a:off x="4523118" y="3347436"/>
            <a:ext cx="185227" cy="214788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FFAF7">
              <a:alpha val="50000"/>
            </a:srgbClr>
          </a:solidFill>
          <a:ln w="9525">
            <a:solidFill>
              <a:srgbClr val="2978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1" name="文本框 590">
            <a:extLst>
              <a:ext uri="{FF2B5EF4-FFF2-40B4-BE49-F238E27FC236}">
                <a16:creationId xmlns:a16="http://schemas.microsoft.com/office/drawing/2014/main" id="{A2B39B75-B10E-80A1-E892-68252CFC8280}"/>
              </a:ext>
            </a:extLst>
          </p:cNvPr>
          <p:cNvSpPr txBox="1"/>
          <p:nvPr/>
        </p:nvSpPr>
        <p:spPr>
          <a:xfrm>
            <a:off x="2887616" y="5586185"/>
            <a:ext cx="918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12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Task</a:t>
            </a:r>
            <a:r>
              <a:rPr lang="fr-FR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Flow</a:t>
            </a:r>
          </a:p>
        </p:txBody>
      </p:sp>
      <p:sp>
        <p:nvSpPr>
          <p:cNvPr id="597" name="文本框 596">
            <a:extLst>
              <a:ext uri="{FF2B5EF4-FFF2-40B4-BE49-F238E27FC236}">
                <a16:creationId xmlns:a16="http://schemas.microsoft.com/office/drawing/2014/main" id="{D8FB0450-BC90-E97E-F21E-DB93923D0E41}"/>
              </a:ext>
            </a:extLst>
          </p:cNvPr>
          <p:cNvSpPr txBox="1"/>
          <p:nvPr/>
        </p:nvSpPr>
        <p:spPr>
          <a:xfrm>
            <a:off x="6683974" y="163172"/>
            <a:ext cx="12172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CTDE Training</a:t>
            </a:r>
          </a:p>
        </p:txBody>
      </p:sp>
      <p:sp>
        <p:nvSpPr>
          <p:cNvPr id="600" name="右箭头 599">
            <a:extLst>
              <a:ext uri="{FF2B5EF4-FFF2-40B4-BE49-F238E27FC236}">
                <a16:creationId xmlns:a16="http://schemas.microsoft.com/office/drawing/2014/main" id="{7090DD60-5AFD-2959-E175-8DF141CF9B7B}"/>
              </a:ext>
            </a:extLst>
          </p:cNvPr>
          <p:cNvSpPr/>
          <p:nvPr/>
        </p:nvSpPr>
        <p:spPr>
          <a:xfrm rot="5400000">
            <a:off x="1464902" y="4836729"/>
            <a:ext cx="512493" cy="445262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4FCFF">
              <a:alpha val="50000"/>
            </a:srgbClr>
          </a:solidFill>
          <a:ln>
            <a:solidFill>
              <a:srgbClr val="9AC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5" name="圆角矩形 604">
            <a:extLst>
              <a:ext uri="{FF2B5EF4-FFF2-40B4-BE49-F238E27FC236}">
                <a16:creationId xmlns:a16="http://schemas.microsoft.com/office/drawing/2014/main" id="{01CE8E3D-2C0A-F54F-D839-CEEEB5F42FD7}"/>
              </a:ext>
            </a:extLst>
          </p:cNvPr>
          <p:cNvSpPr>
            <a:spLocks noGrp="1"/>
          </p:cNvSpPr>
          <p:nvPr/>
        </p:nvSpPr>
        <p:spPr>
          <a:xfrm>
            <a:off x="7386324" y="490571"/>
            <a:ext cx="1496645" cy="988775"/>
          </a:xfrm>
          <a:prstGeom prst="roundRect">
            <a:avLst/>
          </a:prstGeom>
          <a:solidFill>
            <a:srgbClr val="FFFFD9"/>
          </a:solidFill>
          <a:ln w="11430">
            <a:solidFill>
              <a:srgbClr val="FFC000"/>
            </a:solidFill>
            <a:prstDash val="dash"/>
          </a:ln>
        </p:spPr>
        <p:txBody>
          <a:bodyPr wrap="square" lIns="38100" tIns="28575" rIns="38100" bIns="28575" anchor="ctr"/>
          <a:lstStyle/>
          <a:p>
            <a:pPr algn="ctr"/>
            <a:endParaRPr kumimoji="1" lang="en-US" altLang="zh-CN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62A687E8-3A73-209C-9290-B881DF25921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12875" y="6101351"/>
                <a:ext cx="1609725" cy="323850"/>
              </a:xfrm>
              <a:prstGeom prst="rect">
                <a:avLst/>
              </a:prstGeom>
              <a:noFill/>
              <a:ln w="11430">
                <a:noFill/>
                <a:prstDash val="solid"/>
              </a:ln>
            </p:spPr>
            <p:txBody>
              <a:bodyPr wrap="square" lIns="38100" tIns="28575" rIns="38100" bIns="28575" anchor="ctr"/>
              <a:lstStyle/>
              <a:p>
                <a:pPr algn="ctr">
                  <a:defRPr sz="96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2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zh-CN" altLang="en-US" sz="12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𝒕</m:t>
                          </m:r>
                        </m:sub>
                      </m:sSub>
                      <m:r>
                        <a:rPr lang="en-US" altLang="zh-CN" sz="1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= (</m:t>
                      </m:r>
                      <m:sSup>
                        <m:sSupPr>
                          <m:ctrlP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𝒎</m:t>
                          </m:r>
                        </m:sup>
                      </m:sSup>
                      <m:r>
                        <a:rPr lang="en-US" altLang="zh-CN" sz="1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, </m:t>
                      </m:r>
                      <m:sSup>
                        <m:sSupPr>
                          <m:ctrlP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𝒔</m:t>
                          </m:r>
                        </m:sup>
                      </m:sSup>
                      <m:r>
                        <a:rPr lang="en-US" altLang="zh-CN" sz="1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, </m:t>
                      </m:r>
                      <m:sSup>
                        <m:sSupPr>
                          <m:ctrlP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𝒃</m:t>
                          </m:r>
                        </m:sup>
                      </m:sSup>
                      <m:r>
                        <a:rPr lang="en-US" altLang="zh-CN" sz="1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62A687E8-3A73-209C-9290-B881DF2592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75" y="6101351"/>
                <a:ext cx="1609725" cy="323850"/>
              </a:xfrm>
              <a:prstGeom prst="rect">
                <a:avLst/>
              </a:prstGeom>
              <a:blipFill>
                <a:blip r:embed="rId19"/>
                <a:stretch>
                  <a:fillRect b="-7692"/>
                </a:stretch>
              </a:blipFill>
              <a:ln w="1143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7" name="obs-panel">
            <a:extLst>
              <a:ext uri="{FF2B5EF4-FFF2-40B4-BE49-F238E27FC236}">
                <a16:creationId xmlns:a16="http://schemas.microsoft.com/office/drawing/2014/main" id="{D92E4F4A-0CFC-E09F-C50C-E6D1B856C1B6}"/>
              </a:ext>
            </a:extLst>
          </p:cNvPr>
          <p:cNvSpPr/>
          <p:nvPr/>
        </p:nvSpPr>
        <p:spPr>
          <a:xfrm>
            <a:off x="422502" y="5540657"/>
            <a:ext cx="1341791" cy="1142559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973857355">
                  <a:custGeom>
                    <a:avLst/>
                    <a:gdLst>
                      <a:gd name="csX0" fmla="*/ 0 w 4923895"/>
                      <a:gd name="csY0" fmla="*/ 0 h 647947"/>
                      <a:gd name="csX1" fmla="*/ 596338 w 4923895"/>
                      <a:gd name="csY1" fmla="*/ 0 h 647947"/>
                      <a:gd name="csX2" fmla="*/ 1143438 w 4923895"/>
                      <a:gd name="csY2" fmla="*/ 0 h 647947"/>
                      <a:gd name="csX3" fmla="*/ 1641298 w 4923895"/>
                      <a:gd name="csY3" fmla="*/ 0 h 647947"/>
                      <a:gd name="csX4" fmla="*/ 2188398 w 4923895"/>
                      <a:gd name="csY4" fmla="*/ 0 h 647947"/>
                      <a:gd name="csX5" fmla="*/ 2686258 w 4923895"/>
                      <a:gd name="csY5" fmla="*/ 0 h 647947"/>
                      <a:gd name="csX6" fmla="*/ 3331836 w 4923895"/>
                      <a:gd name="csY6" fmla="*/ 0 h 647947"/>
                      <a:gd name="csX7" fmla="*/ 3731218 w 4923895"/>
                      <a:gd name="csY7" fmla="*/ 0 h 647947"/>
                      <a:gd name="csX8" fmla="*/ 4130601 w 4923895"/>
                      <a:gd name="csY8" fmla="*/ 0 h 647947"/>
                      <a:gd name="csX9" fmla="*/ 4923895 w 4923895"/>
                      <a:gd name="csY9" fmla="*/ 0 h 647947"/>
                      <a:gd name="csX10" fmla="*/ 4923895 w 4923895"/>
                      <a:gd name="csY10" fmla="*/ 330453 h 647947"/>
                      <a:gd name="csX11" fmla="*/ 4923895 w 4923895"/>
                      <a:gd name="csY11" fmla="*/ 647947 h 647947"/>
                      <a:gd name="csX12" fmla="*/ 4327557 w 4923895"/>
                      <a:gd name="csY12" fmla="*/ 647947 h 647947"/>
                      <a:gd name="csX13" fmla="*/ 3928174 w 4923895"/>
                      <a:gd name="csY13" fmla="*/ 647947 h 647947"/>
                      <a:gd name="csX14" fmla="*/ 3381075 w 4923895"/>
                      <a:gd name="csY14" fmla="*/ 647947 h 647947"/>
                      <a:gd name="csX15" fmla="*/ 2735497 w 4923895"/>
                      <a:gd name="csY15" fmla="*/ 647947 h 647947"/>
                      <a:gd name="csX16" fmla="*/ 2336115 w 4923895"/>
                      <a:gd name="csY16" fmla="*/ 647947 h 647947"/>
                      <a:gd name="csX17" fmla="*/ 1936732 w 4923895"/>
                      <a:gd name="csY17" fmla="*/ 647947 h 647947"/>
                      <a:gd name="csX18" fmla="*/ 1537349 w 4923895"/>
                      <a:gd name="csY18" fmla="*/ 647947 h 647947"/>
                      <a:gd name="csX19" fmla="*/ 1088728 w 4923895"/>
                      <a:gd name="csY19" fmla="*/ 647947 h 647947"/>
                      <a:gd name="csX20" fmla="*/ 541628 w 4923895"/>
                      <a:gd name="csY20" fmla="*/ 647947 h 647947"/>
                      <a:gd name="csX21" fmla="*/ 0 w 4923895"/>
                      <a:gd name="csY21" fmla="*/ 647947 h 647947"/>
                      <a:gd name="csX22" fmla="*/ 0 w 4923895"/>
                      <a:gd name="csY22" fmla="*/ 317494 h 647947"/>
                      <a:gd name="csX23" fmla="*/ 0 w 4923895"/>
                      <a:gd name="csY23" fmla="*/ 0 h 64794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</a:cxnLst>
                    <a:rect l="l" t="t" r="r" b="b"/>
                    <a:pathLst>
                      <a:path w="4923895" h="647947" extrusionOk="0">
                        <a:moveTo>
                          <a:pt x="0" y="0"/>
                        </a:moveTo>
                        <a:cubicBezTo>
                          <a:pt x="218768" y="-26988"/>
                          <a:pt x="338625" y="69810"/>
                          <a:pt x="596338" y="0"/>
                        </a:cubicBezTo>
                        <a:cubicBezTo>
                          <a:pt x="854051" y="-69810"/>
                          <a:pt x="986620" y="260"/>
                          <a:pt x="1143438" y="0"/>
                        </a:cubicBezTo>
                        <a:cubicBezTo>
                          <a:pt x="1300256" y="-260"/>
                          <a:pt x="1503700" y="34145"/>
                          <a:pt x="1641298" y="0"/>
                        </a:cubicBezTo>
                        <a:cubicBezTo>
                          <a:pt x="1778896" y="-34145"/>
                          <a:pt x="1960463" y="34430"/>
                          <a:pt x="2188398" y="0"/>
                        </a:cubicBezTo>
                        <a:cubicBezTo>
                          <a:pt x="2416333" y="-34430"/>
                          <a:pt x="2549215" y="10864"/>
                          <a:pt x="2686258" y="0"/>
                        </a:cubicBezTo>
                        <a:cubicBezTo>
                          <a:pt x="2823301" y="-10864"/>
                          <a:pt x="3029266" y="70108"/>
                          <a:pt x="3331836" y="0"/>
                        </a:cubicBezTo>
                        <a:cubicBezTo>
                          <a:pt x="3634406" y="-70108"/>
                          <a:pt x="3621766" y="13757"/>
                          <a:pt x="3731218" y="0"/>
                        </a:cubicBezTo>
                        <a:cubicBezTo>
                          <a:pt x="3840670" y="-13757"/>
                          <a:pt x="3963491" y="33720"/>
                          <a:pt x="4130601" y="0"/>
                        </a:cubicBezTo>
                        <a:cubicBezTo>
                          <a:pt x="4297711" y="-33720"/>
                          <a:pt x="4701200" y="71242"/>
                          <a:pt x="4923895" y="0"/>
                        </a:cubicBezTo>
                        <a:cubicBezTo>
                          <a:pt x="4936078" y="86497"/>
                          <a:pt x="4923571" y="198855"/>
                          <a:pt x="4923895" y="330453"/>
                        </a:cubicBezTo>
                        <a:cubicBezTo>
                          <a:pt x="4924219" y="462051"/>
                          <a:pt x="4900770" y="492661"/>
                          <a:pt x="4923895" y="647947"/>
                        </a:cubicBezTo>
                        <a:cubicBezTo>
                          <a:pt x="4694694" y="715906"/>
                          <a:pt x="4556012" y="610233"/>
                          <a:pt x="4327557" y="647947"/>
                        </a:cubicBezTo>
                        <a:cubicBezTo>
                          <a:pt x="4099102" y="685661"/>
                          <a:pt x="4036543" y="630369"/>
                          <a:pt x="3928174" y="647947"/>
                        </a:cubicBezTo>
                        <a:cubicBezTo>
                          <a:pt x="3819805" y="665525"/>
                          <a:pt x="3503823" y="630133"/>
                          <a:pt x="3381075" y="647947"/>
                        </a:cubicBezTo>
                        <a:cubicBezTo>
                          <a:pt x="3258327" y="665761"/>
                          <a:pt x="2955249" y="628773"/>
                          <a:pt x="2735497" y="647947"/>
                        </a:cubicBezTo>
                        <a:cubicBezTo>
                          <a:pt x="2515745" y="667121"/>
                          <a:pt x="2516049" y="615849"/>
                          <a:pt x="2336115" y="647947"/>
                        </a:cubicBezTo>
                        <a:cubicBezTo>
                          <a:pt x="2156181" y="680045"/>
                          <a:pt x="2039815" y="638305"/>
                          <a:pt x="1936732" y="647947"/>
                        </a:cubicBezTo>
                        <a:cubicBezTo>
                          <a:pt x="1833649" y="657589"/>
                          <a:pt x="1716180" y="636893"/>
                          <a:pt x="1537349" y="647947"/>
                        </a:cubicBezTo>
                        <a:cubicBezTo>
                          <a:pt x="1358518" y="659001"/>
                          <a:pt x="1287617" y="606893"/>
                          <a:pt x="1088728" y="647947"/>
                        </a:cubicBezTo>
                        <a:cubicBezTo>
                          <a:pt x="889839" y="689001"/>
                          <a:pt x="657409" y="593683"/>
                          <a:pt x="541628" y="647947"/>
                        </a:cubicBezTo>
                        <a:cubicBezTo>
                          <a:pt x="425847" y="702211"/>
                          <a:pt x="140908" y="630546"/>
                          <a:pt x="0" y="647947"/>
                        </a:cubicBezTo>
                        <a:cubicBezTo>
                          <a:pt x="-14785" y="575710"/>
                          <a:pt x="13221" y="462075"/>
                          <a:pt x="0" y="317494"/>
                        </a:cubicBezTo>
                        <a:cubicBezTo>
                          <a:pt x="-13221" y="172913"/>
                          <a:pt x="6532" y="13501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08" name="obs-panel">
            <a:extLst>
              <a:ext uri="{FF2B5EF4-FFF2-40B4-BE49-F238E27FC236}">
                <a16:creationId xmlns:a16="http://schemas.microsoft.com/office/drawing/2014/main" id="{D896B19F-9178-1FCD-C509-90E775CCE4C3}"/>
              </a:ext>
            </a:extLst>
          </p:cNvPr>
          <p:cNvSpPr/>
          <p:nvPr/>
        </p:nvSpPr>
        <p:spPr>
          <a:xfrm>
            <a:off x="1912847" y="5532583"/>
            <a:ext cx="3016109" cy="1150633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973857355">
                  <a:custGeom>
                    <a:avLst/>
                    <a:gdLst>
                      <a:gd name="csX0" fmla="*/ 0 w 4923895"/>
                      <a:gd name="csY0" fmla="*/ 0 h 647947"/>
                      <a:gd name="csX1" fmla="*/ 596338 w 4923895"/>
                      <a:gd name="csY1" fmla="*/ 0 h 647947"/>
                      <a:gd name="csX2" fmla="*/ 1143438 w 4923895"/>
                      <a:gd name="csY2" fmla="*/ 0 h 647947"/>
                      <a:gd name="csX3" fmla="*/ 1641298 w 4923895"/>
                      <a:gd name="csY3" fmla="*/ 0 h 647947"/>
                      <a:gd name="csX4" fmla="*/ 2188398 w 4923895"/>
                      <a:gd name="csY4" fmla="*/ 0 h 647947"/>
                      <a:gd name="csX5" fmla="*/ 2686258 w 4923895"/>
                      <a:gd name="csY5" fmla="*/ 0 h 647947"/>
                      <a:gd name="csX6" fmla="*/ 3331836 w 4923895"/>
                      <a:gd name="csY6" fmla="*/ 0 h 647947"/>
                      <a:gd name="csX7" fmla="*/ 3731218 w 4923895"/>
                      <a:gd name="csY7" fmla="*/ 0 h 647947"/>
                      <a:gd name="csX8" fmla="*/ 4130601 w 4923895"/>
                      <a:gd name="csY8" fmla="*/ 0 h 647947"/>
                      <a:gd name="csX9" fmla="*/ 4923895 w 4923895"/>
                      <a:gd name="csY9" fmla="*/ 0 h 647947"/>
                      <a:gd name="csX10" fmla="*/ 4923895 w 4923895"/>
                      <a:gd name="csY10" fmla="*/ 330453 h 647947"/>
                      <a:gd name="csX11" fmla="*/ 4923895 w 4923895"/>
                      <a:gd name="csY11" fmla="*/ 647947 h 647947"/>
                      <a:gd name="csX12" fmla="*/ 4327557 w 4923895"/>
                      <a:gd name="csY12" fmla="*/ 647947 h 647947"/>
                      <a:gd name="csX13" fmla="*/ 3928174 w 4923895"/>
                      <a:gd name="csY13" fmla="*/ 647947 h 647947"/>
                      <a:gd name="csX14" fmla="*/ 3381075 w 4923895"/>
                      <a:gd name="csY14" fmla="*/ 647947 h 647947"/>
                      <a:gd name="csX15" fmla="*/ 2735497 w 4923895"/>
                      <a:gd name="csY15" fmla="*/ 647947 h 647947"/>
                      <a:gd name="csX16" fmla="*/ 2336115 w 4923895"/>
                      <a:gd name="csY16" fmla="*/ 647947 h 647947"/>
                      <a:gd name="csX17" fmla="*/ 1936732 w 4923895"/>
                      <a:gd name="csY17" fmla="*/ 647947 h 647947"/>
                      <a:gd name="csX18" fmla="*/ 1537349 w 4923895"/>
                      <a:gd name="csY18" fmla="*/ 647947 h 647947"/>
                      <a:gd name="csX19" fmla="*/ 1088728 w 4923895"/>
                      <a:gd name="csY19" fmla="*/ 647947 h 647947"/>
                      <a:gd name="csX20" fmla="*/ 541628 w 4923895"/>
                      <a:gd name="csY20" fmla="*/ 647947 h 647947"/>
                      <a:gd name="csX21" fmla="*/ 0 w 4923895"/>
                      <a:gd name="csY21" fmla="*/ 647947 h 647947"/>
                      <a:gd name="csX22" fmla="*/ 0 w 4923895"/>
                      <a:gd name="csY22" fmla="*/ 317494 h 647947"/>
                      <a:gd name="csX23" fmla="*/ 0 w 4923895"/>
                      <a:gd name="csY23" fmla="*/ 0 h 64794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</a:cxnLst>
                    <a:rect l="l" t="t" r="r" b="b"/>
                    <a:pathLst>
                      <a:path w="4923895" h="647947" extrusionOk="0">
                        <a:moveTo>
                          <a:pt x="0" y="0"/>
                        </a:moveTo>
                        <a:cubicBezTo>
                          <a:pt x="218768" y="-26988"/>
                          <a:pt x="338625" y="69810"/>
                          <a:pt x="596338" y="0"/>
                        </a:cubicBezTo>
                        <a:cubicBezTo>
                          <a:pt x="854051" y="-69810"/>
                          <a:pt x="986620" y="260"/>
                          <a:pt x="1143438" y="0"/>
                        </a:cubicBezTo>
                        <a:cubicBezTo>
                          <a:pt x="1300256" y="-260"/>
                          <a:pt x="1503700" y="34145"/>
                          <a:pt x="1641298" y="0"/>
                        </a:cubicBezTo>
                        <a:cubicBezTo>
                          <a:pt x="1778896" y="-34145"/>
                          <a:pt x="1960463" y="34430"/>
                          <a:pt x="2188398" y="0"/>
                        </a:cubicBezTo>
                        <a:cubicBezTo>
                          <a:pt x="2416333" y="-34430"/>
                          <a:pt x="2549215" y="10864"/>
                          <a:pt x="2686258" y="0"/>
                        </a:cubicBezTo>
                        <a:cubicBezTo>
                          <a:pt x="2823301" y="-10864"/>
                          <a:pt x="3029266" y="70108"/>
                          <a:pt x="3331836" y="0"/>
                        </a:cubicBezTo>
                        <a:cubicBezTo>
                          <a:pt x="3634406" y="-70108"/>
                          <a:pt x="3621766" y="13757"/>
                          <a:pt x="3731218" y="0"/>
                        </a:cubicBezTo>
                        <a:cubicBezTo>
                          <a:pt x="3840670" y="-13757"/>
                          <a:pt x="3963491" y="33720"/>
                          <a:pt x="4130601" y="0"/>
                        </a:cubicBezTo>
                        <a:cubicBezTo>
                          <a:pt x="4297711" y="-33720"/>
                          <a:pt x="4701200" y="71242"/>
                          <a:pt x="4923895" y="0"/>
                        </a:cubicBezTo>
                        <a:cubicBezTo>
                          <a:pt x="4936078" y="86497"/>
                          <a:pt x="4923571" y="198855"/>
                          <a:pt x="4923895" y="330453"/>
                        </a:cubicBezTo>
                        <a:cubicBezTo>
                          <a:pt x="4924219" y="462051"/>
                          <a:pt x="4900770" y="492661"/>
                          <a:pt x="4923895" y="647947"/>
                        </a:cubicBezTo>
                        <a:cubicBezTo>
                          <a:pt x="4694694" y="715906"/>
                          <a:pt x="4556012" y="610233"/>
                          <a:pt x="4327557" y="647947"/>
                        </a:cubicBezTo>
                        <a:cubicBezTo>
                          <a:pt x="4099102" y="685661"/>
                          <a:pt x="4036543" y="630369"/>
                          <a:pt x="3928174" y="647947"/>
                        </a:cubicBezTo>
                        <a:cubicBezTo>
                          <a:pt x="3819805" y="665525"/>
                          <a:pt x="3503823" y="630133"/>
                          <a:pt x="3381075" y="647947"/>
                        </a:cubicBezTo>
                        <a:cubicBezTo>
                          <a:pt x="3258327" y="665761"/>
                          <a:pt x="2955249" y="628773"/>
                          <a:pt x="2735497" y="647947"/>
                        </a:cubicBezTo>
                        <a:cubicBezTo>
                          <a:pt x="2515745" y="667121"/>
                          <a:pt x="2516049" y="615849"/>
                          <a:pt x="2336115" y="647947"/>
                        </a:cubicBezTo>
                        <a:cubicBezTo>
                          <a:pt x="2156181" y="680045"/>
                          <a:pt x="2039815" y="638305"/>
                          <a:pt x="1936732" y="647947"/>
                        </a:cubicBezTo>
                        <a:cubicBezTo>
                          <a:pt x="1833649" y="657589"/>
                          <a:pt x="1716180" y="636893"/>
                          <a:pt x="1537349" y="647947"/>
                        </a:cubicBezTo>
                        <a:cubicBezTo>
                          <a:pt x="1358518" y="659001"/>
                          <a:pt x="1287617" y="606893"/>
                          <a:pt x="1088728" y="647947"/>
                        </a:cubicBezTo>
                        <a:cubicBezTo>
                          <a:pt x="889839" y="689001"/>
                          <a:pt x="657409" y="593683"/>
                          <a:pt x="541628" y="647947"/>
                        </a:cubicBezTo>
                        <a:cubicBezTo>
                          <a:pt x="425847" y="702211"/>
                          <a:pt x="140908" y="630546"/>
                          <a:pt x="0" y="647947"/>
                        </a:cubicBezTo>
                        <a:cubicBezTo>
                          <a:pt x="-14785" y="575710"/>
                          <a:pt x="13221" y="462075"/>
                          <a:pt x="0" y="317494"/>
                        </a:cubicBezTo>
                        <a:cubicBezTo>
                          <a:pt x="-13221" y="172913"/>
                          <a:pt x="6532" y="13501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09" name="文本框 608">
            <a:extLst>
              <a:ext uri="{FF2B5EF4-FFF2-40B4-BE49-F238E27FC236}">
                <a16:creationId xmlns:a16="http://schemas.microsoft.com/office/drawing/2014/main" id="{4056293A-546D-9E64-C477-5BC46725AF8E}"/>
              </a:ext>
            </a:extLst>
          </p:cNvPr>
          <p:cNvSpPr txBox="1"/>
          <p:nvPr/>
        </p:nvSpPr>
        <p:spPr>
          <a:xfrm>
            <a:off x="603243" y="5597587"/>
            <a:ext cx="1070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r>
              <a:rPr kumimoji="1" lang="zh-CN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zh-C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Joint Action</a:t>
            </a:r>
          </a:p>
        </p:txBody>
      </p:sp>
      <p:sp>
        <p:nvSpPr>
          <p:cNvPr id="615" name="QUEUE_uav_2_queue_cell_1">
            <a:extLst>
              <a:ext uri="{FF2B5EF4-FFF2-40B4-BE49-F238E27FC236}">
                <a16:creationId xmlns:a16="http://schemas.microsoft.com/office/drawing/2014/main" id="{FD00DDF8-54DC-AC47-D15E-45431BF7CA8B}"/>
              </a:ext>
            </a:extLst>
          </p:cNvPr>
          <p:cNvSpPr>
            <a:spLocks noGrp="1"/>
          </p:cNvSpPr>
          <p:nvPr/>
        </p:nvSpPr>
        <p:spPr>
          <a:xfrm>
            <a:off x="5746818" y="6431944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16" name="QUEUE_uav_2_queue_cell_2">
            <a:extLst>
              <a:ext uri="{FF2B5EF4-FFF2-40B4-BE49-F238E27FC236}">
                <a16:creationId xmlns:a16="http://schemas.microsoft.com/office/drawing/2014/main" id="{D3A41F6A-5BE6-216F-936E-49B88C931665}"/>
              </a:ext>
            </a:extLst>
          </p:cNvPr>
          <p:cNvSpPr>
            <a:spLocks noGrp="1"/>
          </p:cNvSpPr>
          <p:nvPr/>
        </p:nvSpPr>
        <p:spPr>
          <a:xfrm>
            <a:off x="5746818" y="6317644"/>
            <a:ext cx="114300" cy="91440"/>
          </a:xfrm>
          <a:prstGeom prst="roundRect">
            <a:avLst>
              <a:gd name="adj" fmla="val 20833"/>
            </a:avLst>
          </a:prstGeom>
          <a:solidFill>
            <a:srgbClr val="DBEA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17" name="QUEUE_uav_2_queue_cell_3">
            <a:extLst>
              <a:ext uri="{FF2B5EF4-FFF2-40B4-BE49-F238E27FC236}">
                <a16:creationId xmlns:a16="http://schemas.microsoft.com/office/drawing/2014/main" id="{7912C8D9-DD6C-FD30-F6E2-9784EEF740EF}"/>
              </a:ext>
            </a:extLst>
          </p:cNvPr>
          <p:cNvSpPr>
            <a:spLocks noGrp="1"/>
          </p:cNvSpPr>
          <p:nvPr/>
        </p:nvSpPr>
        <p:spPr>
          <a:xfrm>
            <a:off x="5746818" y="6203344"/>
            <a:ext cx="114300" cy="91440"/>
          </a:xfrm>
          <a:prstGeom prst="roundRect">
            <a:avLst>
              <a:gd name="adj" fmla="val 20833"/>
            </a:avLst>
          </a:prstGeom>
          <a:solidFill>
            <a:srgbClr val="93C5FD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25" name="QUEUE_uav_2_queue_cell_1">
            <a:extLst>
              <a:ext uri="{FF2B5EF4-FFF2-40B4-BE49-F238E27FC236}">
                <a16:creationId xmlns:a16="http://schemas.microsoft.com/office/drawing/2014/main" id="{B3B12264-A6FF-27A8-6DD6-7365D9FA91B4}"/>
              </a:ext>
            </a:extLst>
          </p:cNvPr>
          <p:cNvSpPr>
            <a:spLocks noGrp="1"/>
          </p:cNvSpPr>
          <p:nvPr/>
        </p:nvSpPr>
        <p:spPr>
          <a:xfrm>
            <a:off x="6206484" y="643357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26" name="QUEUE_uav_2_queue_cell_2">
            <a:extLst>
              <a:ext uri="{FF2B5EF4-FFF2-40B4-BE49-F238E27FC236}">
                <a16:creationId xmlns:a16="http://schemas.microsoft.com/office/drawing/2014/main" id="{7FE273D8-FC81-BDBA-7D7B-8AAEA0607282}"/>
              </a:ext>
            </a:extLst>
          </p:cNvPr>
          <p:cNvSpPr>
            <a:spLocks noGrp="1"/>
          </p:cNvSpPr>
          <p:nvPr/>
        </p:nvSpPr>
        <p:spPr>
          <a:xfrm>
            <a:off x="6206484" y="631927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DED6FF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27" name="QUEUE_uav_2_queue_cell_3">
            <a:extLst>
              <a:ext uri="{FF2B5EF4-FFF2-40B4-BE49-F238E27FC236}">
                <a16:creationId xmlns:a16="http://schemas.microsoft.com/office/drawing/2014/main" id="{6533CFB4-019B-114D-B77F-E3BE5E86B8ED}"/>
              </a:ext>
            </a:extLst>
          </p:cNvPr>
          <p:cNvSpPr>
            <a:spLocks noGrp="1"/>
          </p:cNvSpPr>
          <p:nvPr/>
        </p:nvSpPr>
        <p:spPr>
          <a:xfrm>
            <a:off x="6206484" y="620497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C4B6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30" name="QUEUE_uav_2_queue_cell_1">
            <a:extLst>
              <a:ext uri="{FF2B5EF4-FFF2-40B4-BE49-F238E27FC236}">
                <a16:creationId xmlns:a16="http://schemas.microsoft.com/office/drawing/2014/main" id="{C8F67C82-4F2E-6B27-45D1-B23792022C4E}"/>
              </a:ext>
            </a:extLst>
          </p:cNvPr>
          <p:cNvSpPr>
            <a:spLocks noGrp="1"/>
          </p:cNvSpPr>
          <p:nvPr/>
        </p:nvSpPr>
        <p:spPr>
          <a:xfrm>
            <a:off x="5295781" y="6431944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31" name="QUEUE_uav_2_queue_cell_2">
            <a:extLst>
              <a:ext uri="{FF2B5EF4-FFF2-40B4-BE49-F238E27FC236}">
                <a16:creationId xmlns:a16="http://schemas.microsoft.com/office/drawing/2014/main" id="{E93E4FBC-3C27-9E14-E0BC-99C425E70F7A}"/>
              </a:ext>
            </a:extLst>
          </p:cNvPr>
          <p:cNvSpPr>
            <a:spLocks noGrp="1"/>
          </p:cNvSpPr>
          <p:nvPr/>
        </p:nvSpPr>
        <p:spPr>
          <a:xfrm>
            <a:off x="5295781" y="6317644"/>
            <a:ext cx="114300" cy="91440"/>
          </a:xfrm>
          <a:prstGeom prst="roundRect">
            <a:avLst>
              <a:gd name="adj" fmla="val 20833"/>
            </a:avLst>
          </a:prstGeom>
          <a:solidFill>
            <a:srgbClr val="FFD7A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32" name="QUEUE_uav_2_queue_cell_3">
            <a:extLst>
              <a:ext uri="{FF2B5EF4-FFF2-40B4-BE49-F238E27FC236}">
                <a16:creationId xmlns:a16="http://schemas.microsoft.com/office/drawing/2014/main" id="{02CCA268-E51A-B626-27F3-F185D72E600B}"/>
              </a:ext>
            </a:extLst>
          </p:cNvPr>
          <p:cNvSpPr>
            <a:spLocks noGrp="1"/>
          </p:cNvSpPr>
          <p:nvPr/>
        </p:nvSpPr>
        <p:spPr>
          <a:xfrm>
            <a:off x="5295781" y="6203344"/>
            <a:ext cx="114300" cy="91440"/>
          </a:xfrm>
          <a:prstGeom prst="roundRect">
            <a:avLst>
              <a:gd name="adj" fmla="val 20833"/>
            </a:avLst>
          </a:prstGeom>
          <a:solidFill>
            <a:srgbClr val="FE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35" name="QUEUE_uav_2_queue_cell_1">
            <a:extLst>
              <a:ext uri="{FF2B5EF4-FFF2-40B4-BE49-F238E27FC236}">
                <a16:creationId xmlns:a16="http://schemas.microsoft.com/office/drawing/2014/main" id="{A1405C9B-EEBD-8F7A-739A-4C1E10F9F0A0}"/>
              </a:ext>
            </a:extLst>
          </p:cNvPr>
          <p:cNvSpPr>
            <a:spLocks noGrp="1"/>
          </p:cNvSpPr>
          <p:nvPr/>
        </p:nvSpPr>
        <p:spPr>
          <a:xfrm>
            <a:off x="5443573" y="6431944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36" name="QUEUE_uav_2_queue_cell_2">
            <a:extLst>
              <a:ext uri="{FF2B5EF4-FFF2-40B4-BE49-F238E27FC236}">
                <a16:creationId xmlns:a16="http://schemas.microsoft.com/office/drawing/2014/main" id="{0D9370AC-412C-F8A4-53C9-CF5239E671D6}"/>
              </a:ext>
            </a:extLst>
          </p:cNvPr>
          <p:cNvSpPr>
            <a:spLocks noGrp="1"/>
          </p:cNvSpPr>
          <p:nvPr/>
        </p:nvSpPr>
        <p:spPr>
          <a:xfrm>
            <a:off x="5443573" y="6317644"/>
            <a:ext cx="114300" cy="91440"/>
          </a:xfrm>
          <a:prstGeom prst="roundRect">
            <a:avLst>
              <a:gd name="adj" fmla="val 20833"/>
            </a:avLst>
          </a:prstGeom>
          <a:solidFill>
            <a:srgbClr val="FFD7A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37" name="QUEUE_uav_2_queue_cell_3">
            <a:extLst>
              <a:ext uri="{FF2B5EF4-FFF2-40B4-BE49-F238E27FC236}">
                <a16:creationId xmlns:a16="http://schemas.microsoft.com/office/drawing/2014/main" id="{0559EE53-3A9C-C06F-1D04-80B0DE84AB75}"/>
              </a:ext>
            </a:extLst>
          </p:cNvPr>
          <p:cNvSpPr>
            <a:spLocks noGrp="1"/>
          </p:cNvSpPr>
          <p:nvPr/>
        </p:nvSpPr>
        <p:spPr>
          <a:xfrm>
            <a:off x="5443573" y="6203344"/>
            <a:ext cx="114300" cy="91440"/>
          </a:xfrm>
          <a:prstGeom prst="roundRect">
            <a:avLst>
              <a:gd name="adj" fmla="val 20833"/>
            </a:avLst>
          </a:prstGeom>
          <a:solidFill>
            <a:srgbClr val="FE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38" name="QUEUE_uav_2_queue_cell_4">
            <a:extLst>
              <a:ext uri="{FF2B5EF4-FFF2-40B4-BE49-F238E27FC236}">
                <a16:creationId xmlns:a16="http://schemas.microsoft.com/office/drawing/2014/main" id="{445A72C6-A766-B1D2-BA7D-16F5777D6CC4}"/>
              </a:ext>
            </a:extLst>
          </p:cNvPr>
          <p:cNvSpPr>
            <a:spLocks noGrp="1"/>
          </p:cNvSpPr>
          <p:nvPr/>
        </p:nvSpPr>
        <p:spPr>
          <a:xfrm>
            <a:off x="5443573" y="6089044"/>
            <a:ext cx="114300" cy="91440"/>
          </a:xfrm>
          <a:prstGeom prst="roundRect">
            <a:avLst>
              <a:gd name="adj" fmla="val 20833"/>
            </a:avLst>
          </a:prstGeom>
          <a:solidFill>
            <a:srgbClr val="FC923C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39" name="QUEUE_uav_2_queue_cell_5">
            <a:extLst>
              <a:ext uri="{FF2B5EF4-FFF2-40B4-BE49-F238E27FC236}">
                <a16:creationId xmlns:a16="http://schemas.microsoft.com/office/drawing/2014/main" id="{D068B2BA-412E-6682-FAEE-4DD88591E667}"/>
              </a:ext>
            </a:extLst>
          </p:cNvPr>
          <p:cNvSpPr>
            <a:spLocks noGrp="1"/>
          </p:cNvSpPr>
          <p:nvPr/>
        </p:nvSpPr>
        <p:spPr>
          <a:xfrm>
            <a:off x="5443573" y="5974744"/>
            <a:ext cx="114300" cy="91440"/>
          </a:xfrm>
          <a:prstGeom prst="roundRect">
            <a:avLst>
              <a:gd name="adj" fmla="val 20833"/>
            </a:avLst>
          </a:prstGeom>
          <a:solidFill>
            <a:srgbClr val="F97315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40" name="QUEUE_uav_2_queue_cell_1">
            <a:extLst>
              <a:ext uri="{FF2B5EF4-FFF2-40B4-BE49-F238E27FC236}">
                <a16:creationId xmlns:a16="http://schemas.microsoft.com/office/drawing/2014/main" id="{A7C9D319-95C7-1871-E5B2-B6EB632ADB8E}"/>
              </a:ext>
            </a:extLst>
          </p:cNvPr>
          <p:cNvSpPr>
            <a:spLocks noGrp="1"/>
          </p:cNvSpPr>
          <p:nvPr/>
        </p:nvSpPr>
        <p:spPr>
          <a:xfrm>
            <a:off x="5591365" y="6431944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41" name="QUEUE_uav_2_queue_cell_2">
            <a:extLst>
              <a:ext uri="{FF2B5EF4-FFF2-40B4-BE49-F238E27FC236}">
                <a16:creationId xmlns:a16="http://schemas.microsoft.com/office/drawing/2014/main" id="{71FF0395-5E11-20E0-0A97-D0574EC1A7ED}"/>
              </a:ext>
            </a:extLst>
          </p:cNvPr>
          <p:cNvSpPr>
            <a:spLocks noGrp="1"/>
          </p:cNvSpPr>
          <p:nvPr/>
        </p:nvSpPr>
        <p:spPr>
          <a:xfrm>
            <a:off x="5591365" y="6317644"/>
            <a:ext cx="114300" cy="91440"/>
          </a:xfrm>
          <a:prstGeom prst="roundRect">
            <a:avLst>
              <a:gd name="adj" fmla="val 20833"/>
            </a:avLst>
          </a:prstGeom>
          <a:solidFill>
            <a:srgbClr val="FFD7A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42" name="QUEUE_uav_2_queue_cell_3">
            <a:extLst>
              <a:ext uri="{FF2B5EF4-FFF2-40B4-BE49-F238E27FC236}">
                <a16:creationId xmlns:a16="http://schemas.microsoft.com/office/drawing/2014/main" id="{4F53A364-C6EA-8BD1-6FEE-811E22BF0219}"/>
              </a:ext>
            </a:extLst>
          </p:cNvPr>
          <p:cNvSpPr>
            <a:spLocks noGrp="1"/>
          </p:cNvSpPr>
          <p:nvPr/>
        </p:nvSpPr>
        <p:spPr>
          <a:xfrm>
            <a:off x="5591365" y="6203344"/>
            <a:ext cx="114300" cy="91440"/>
          </a:xfrm>
          <a:prstGeom prst="roundRect">
            <a:avLst>
              <a:gd name="adj" fmla="val 20833"/>
            </a:avLst>
          </a:prstGeom>
          <a:solidFill>
            <a:srgbClr val="FE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43" name="QUEUE_uav_2_queue_cell_4">
            <a:extLst>
              <a:ext uri="{FF2B5EF4-FFF2-40B4-BE49-F238E27FC236}">
                <a16:creationId xmlns:a16="http://schemas.microsoft.com/office/drawing/2014/main" id="{CA42F288-CFC9-36B9-8EC9-D45295A5A325}"/>
              </a:ext>
            </a:extLst>
          </p:cNvPr>
          <p:cNvSpPr>
            <a:spLocks noGrp="1"/>
          </p:cNvSpPr>
          <p:nvPr/>
        </p:nvSpPr>
        <p:spPr>
          <a:xfrm>
            <a:off x="5591365" y="6089044"/>
            <a:ext cx="114300" cy="91440"/>
          </a:xfrm>
          <a:prstGeom prst="roundRect">
            <a:avLst>
              <a:gd name="adj" fmla="val 20833"/>
            </a:avLst>
          </a:prstGeom>
          <a:solidFill>
            <a:srgbClr val="FC923C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45" name="QUEUE_uav_2_queue_cell_1">
            <a:extLst>
              <a:ext uri="{FF2B5EF4-FFF2-40B4-BE49-F238E27FC236}">
                <a16:creationId xmlns:a16="http://schemas.microsoft.com/office/drawing/2014/main" id="{B9E034F9-0EF6-09DD-BDF2-66D0C80436D2}"/>
              </a:ext>
            </a:extLst>
          </p:cNvPr>
          <p:cNvSpPr>
            <a:spLocks noGrp="1"/>
          </p:cNvSpPr>
          <p:nvPr/>
        </p:nvSpPr>
        <p:spPr>
          <a:xfrm>
            <a:off x="5899114" y="6434727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46" name="QUEUE_uav_2_queue_cell_2">
            <a:extLst>
              <a:ext uri="{FF2B5EF4-FFF2-40B4-BE49-F238E27FC236}">
                <a16:creationId xmlns:a16="http://schemas.microsoft.com/office/drawing/2014/main" id="{2A6184DD-72B1-8C98-B1EC-62871AF5D95B}"/>
              </a:ext>
            </a:extLst>
          </p:cNvPr>
          <p:cNvSpPr>
            <a:spLocks noGrp="1"/>
          </p:cNvSpPr>
          <p:nvPr/>
        </p:nvSpPr>
        <p:spPr>
          <a:xfrm>
            <a:off x="5899114" y="6320427"/>
            <a:ext cx="114300" cy="91440"/>
          </a:xfrm>
          <a:prstGeom prst="roundRect">
            <a:avLst>
              <a:gd name="adj" fmla="val 20833"/>
            </a:avLst>
          </a:prstGeom>
          <a:solidFill>
            <a:srgbClr val="DBEA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47" name="QUEUE_uav_2_queue_cell_3">
            <a:extLst>
              <a:ext uri="{FF2B5EF4-FFF2-40B4-BE49-F238E27FC236}">
                <a16:creationId xmlns:a16="http://schemas.microsoft.com/office/drawing/2014/main" id="{5622B655-3CCE-A84F-52D0-E9CBCE85345D}"/>
              </a:ext>
            </a:extLst>
          </p:cNvPr>
          <p:cNvSpPr>
            <a:spLocks noGrp="1"/>
          </p:cNvSpPr>
          <p:nvPr/>
        </p:nvSpPr>
        <p:spPr>
          <a:xfrm>
            <a:off x="5899114" y="6206127"/>
            <a:ext cx="114300" cy="91440"/>
          </a:xfrm>
          <a:prstGeom prst="roundRect">
            <a:avLst>
              <a:gd name="adj" fmla="val 20833"/>
            </a:avLst>
          </a:prstGeom>
          <a:solidFill>
            <a:srgbClr val="93C5FD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48" name="QUEUE_uav_2_queue_cell_4">
            <a:extLst>
              <a:ext uri="{FF2B5EF4-FFF2-40B4-BE49-F238E27FC236}">
                <a16:creationId xmlns:a16="http://schemas.microsoft.com/office/drawing/2014/main" id="{ED3A202E-FD3E-2DD0-D1F7-79A7D745A177}"/>
              </a:ext>
            </a:extLst>
          </p:cNvPr>
          <p:cNvSpPr>
            <a:spLocks noGrp="1"/>
          </p:cNvSpPr>
          <p:nvPr/>
        </p:nvSpPr>
        <p:spPr>
          <a:xfrm>
            <a:off x="5899114" y="6091827"/>
            <a:ext cx="114300" cy="91440"/>
          </a:xfrm>
          <a:prstGeom prst="roundRect">
            <a:avLst>
              <a:gd name="adj" fmla="val 20833"/>
            </a:avLst>
          </a:prstGeom>
          <a:solidFill>
            <a:srgbClr val="60A5F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49" name="QUEUE_uav_2_queue_cell_5">
            <a:extLst>
              <a:ext uri="{FF2B5EF4-FFF2-40B4-BE49-F238E27FC236}">
                <a16:creationId xmlns:a16="http://schemas.microsoft.com/office/drawing/2014/main" id="{28765764-514C-00DB-CAB7-C31ECE65732A}"/>
              </a:ext>
            </a:extLst>
          </p:cNvPr>
          <p:cNvSpPr>
            <a:spLocks noGrp="1"/>
          </p:cNvSpPr>
          <p:nvPr/>
        </p:nvSpPr>
        <p:spPr>
          <a:xfrm>
            <a:off x="5899114" y="5977527"/>
            <a:ext cx="114300" cy="91440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55" name="QUEUE_uav_2_queue_cell_1">
            <a:extLst>
              <a:ext uri="{FF2B5EF4-FFF2-40B4-BE49-F238E27FC236}">
                <a16:creationId xmlns:a16="http://schemas.microsoft.com/office/drawing/2014/main" id="{DAF594DE-891D-885C-60EE-F5110C778E95}"/>
              </a:ext>
            </a:extLst>
          </p:cNvPr>
          <p:cNvSpPr>
            <a:spLocks noGrp="1"/>
          </p:cNvSpPr>
          <p:nvPr/>
        </p:nvSpPr>
        <p:spPr>
          <a:xfrm>
            <a:off x="6051120" y="6434727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56" name="QUEUE_uav_2_queue_cell_2">
            <a:extLst>
              <a:ext uri="{FF2B5EF4-FFF2-40B4-BE49-F238E27FC236}">
                <a16:creationId xmlns:a16="http://schemas.microsoft.com/office/drawing/2014/main" id="{2DA8E121-DC79-9B3D-4D06-8E30D5133D60}"/>
              </a:ext>
            </a:extLst>
          </p:cNvPr>
          <p:cNvSpPr>
            <a:spLocks noGrp="1"/>
          </p:cNvSpPr>
          <p:nvPr/>
        </p:nvSpPr>
        <p:spPr>
          <a:xfrm>
            <a:off x="6051120" y="6320427"/>
            <a:ext cx="114300" cy="91440"/>
          </a:xfrm>
          <a:prstGeom prst="roundRect">
            <a:avLst>
              <a:gd name="adj" fmla="val 20833"/>
            </a:avLst>
          </a:prstGeom>
          <a:solidFill>
            <a:srgbClr val="DBEA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57" name="QUEUE_uav_2_queue_cell_3">
            <a:extLst>
              <a:ext uri="{FF2B5EF4-FFF2-40B4-BE49-F238E27FC236}">
                <a16:creationId xmlns:a16="http://schemas.microsoft.com/office/drawing/2014/main" id="{DD3F8624-3239-9D49-0B14-EE466C5B8F0C}"/>
              </a:ext>
            </a:extLst>
          </p:cNvPr>
          <p:cNvSpPr>
            <a:spLocks noGrp="1"/>
          </p:cNvSpPr>
          <p:nvPr/>
        </p:nvSpPr>
        <p:spPr>
          <a:xfrm>
            <a:off x="6051120" y="6206127"/>
            <a:ext cx="114300" cy="91440"/>
          </a:xfrm>
          <a:prstGeom prst="roundRect">
            <a:avLst>
              <a:gd name="adj" fmla="val 20833"/>
            </a:avLst>
          </a:prstGeom>
          <a:solidFill>
            <a:srgbClr val="93C5FD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58" name="QUEUE_uav_2_queue_cell_4">
            <a:extLst>
              <a:ext uri="{FF2B5EF4-FFF2-40B4-BE49-F238E27FC236}">
                <a16:creationId xmlns:a16="http://schemas.microsoft.com/office/drawing/2014/main" id="{DE052485-1CEC-2765-247F-75FBB73BE2F0}"/>
              </a:ext>
            </a:extLst>
          </p:cNvPr>
          <p:cNvSpPr>
            <a:spLocks noGrp="1"/>
          </p:cNvSpPr>
          <p:nvPr/>
        </p:nvSpPr>
        <p:spPr>
          <a:xfrm>
            <a:off x="6051120" y="6091827"/>
            <a:ext cx="114300" cy="91440"/>
          </a:xfrm>
          <a:prstGeom prst="roundRect">
            <a:avLst>
              <a:gd name="adj" fmla="val 20833"/>
            </a:avLst>
          </a:prstGeom>
          <a:solidFill>
            <a:srgbClr val="60A5F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60" name="QUEUE_uav_2_queue_cell_1">
            <a:extLst>
              <a:ext uri="{FF2B5EF4-FFF2-40B4-BE49-F238E27FC236}">
                <a16:creationId xmlns:a16="http://schemas.microsoft.com/office/drawing/2014/main" id="{F39451CE-032E-C7DC-879C-D124F97D0523}"/>
              </a:ext>
            </a:extLst>
          </p:cNvPr>
          <p:cNvSpPr>
            <a:spLocks noGrp="1"/>
          </p:cNvSpPr>
          <p:nvPr/>
        </p:nvSpPr>
        <p:spPr>
          <a:xfrm>
            <a:off x="6365373" y="6432536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61" name="QUEUE_uav_2_queue_cell_2">
            <a:extLst>
              <a:ext uri="{FF2B5EF4-FFF2-40B4-BE49-F238E27FC236}">
                <a16:creationId xmlns:a16="http://schemas.microsoft.com/office/drawing/2014/main" id="{973A4CA2-A07D-9FD1-5F87-934CC0F1B217}"/>
              </a:ext>
            </a:extLst>
          </p:cNvPr>
          <p:cNvSpPr>
            <a:spLocks noGrp="1"/>
          </p:cNvSpPr>
          <p:nvPr/>
        </p:nvSpPr>
        <p:spPr>
          <a:xfrm>
            <a:off x="6365373" y="6318236"/>
            <a:ext cx="114300" cy="91440"/>
          </a:xfrm>
          <a:prstGeom prst="roundRect">
            <a:avLst>
              <a:gd name="adj" fmla="val 20833"/>
            </a:avLst>
          </a:prstGeom>
          <a:solidFill>
            <a:srgbClr val="DED6FF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62" name="QUEUE_uav_2_queue_cell_3">
            <a:extLst>
              <a:ext uri="{FF2B5EF4-FFF2-40B4-BE49-F238E27FC236}">
                <a16:creationId xmlns:a16="http://schemas.microsoft.com/office/drawing/2014/main" id="{096000D5-83DF-F012-0562-9C32363E2745}"/>
              </a:ext>
            </a:extLst>
          </p:cNvPr>
          <p:cNvSpPr>
            <a:spLocks noGrp="1"/>
          </p:cNvSpPr>
          <p:nvPr/>
        </p:nvSpPr>
        <p:spPr>
          <a:xfrm>
            <a:off x="6365373" y="6203936"/>
            <a:ext cx="114300" cy="91440"/>
          </a:xfrm>
          <a:prstGeom prst="roundRect">
            <a:avLst>
              <a:gd name="adj" fmla="val 20833"/>
            </a:avLst>
          </a:prstGeom>
          <a:solidFill>
            <a:srgbClr val="C4B6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63" name="QUEUE_uav_2_queue_cell_4">
            <a:extLst>
              <a:ext uri="{FF2B5EF4-FFF2-40B4-BE49-F238E27FC236}">
                <a16:creationId xmlns:a16="http://schemas.microsoft.com/office/drawing/2014/main" id="{310FC0C9-1379-25F4-A25C-742A7411C376}"/>
              </a:ext>
            </a:extLst>
          </p:cNvPr>
          <p:cNvSpPr>
            <a:spLocks noGrp="1"/>
          </p:cNvSpPr>
          <p:nvPr/>
        </p:nvSpPr>
        <p:spPr>
          <a:xfrm>
            <a:off x="6365373" y="6089636"/>
            <a:ext cx="114300" cy="91440"/>
          </a:xfrm>
          <a:prstGeom prst="roundRect">
            <a:avLst>
              <a:gd name="adj" fmla="val 20833"/>
            </a:avLst>
          </a:prstGeom>
          <a:solidFill>
            <a:srgbClr val="A78BF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64" name="QUEUE_uav_2_queue_cell_5">
            <a:extLst>
              <a:ext uri="{FF2B5EF4-FFF2-40B4-BE49-F238E27FC236}">
                <a16:creationId xmlns:a16="http://schemas.microsoft.com/office/drawing/2014/main" id="{A66A19ED-9BDF-9D25-079C-7F92468C51EA}"/>
              </a:ext>
            </a:extLst>
          </p:cNvPr>
          <p:cNvSpPr>
            <a:spLocks noGrp="1"/>
          </p:cNvSpPr>
          <p:nvPr/>
        </p:nvSpPr>
        <p:spPr>
          <a:xfrm>
            <a:off x="6365373" y="5975336"/>
            <a:ext cx="114300" cy="91440"/>
          </a:xfrm>
          <a:prstGeom prst="roundRect">
            <a:avLst>
              <a:gd name="adj" fmla="val 20833"/>
            </a:avLst>
          </a:prstGeom>
          <a:solidFill>
            <a:srgbClr val="8B5CF7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65" name="QUEUE_uav_2_queue_cell_1">
            <a:extLst>
              <a:ext uri="{FF2B5EF4-FFF2-40B4-BE49-F238E27FC236}">
                <a16:creationId xmlns:a16="http://schemas.microsoft.com/office/drawing/2014/main" id="{21F0B61C-8DF6-B567-B24A-CD3EE2EFC58B}"/>
              </a:ext>
            </a:extLst>
          </p:cNvPr>
          <p:cNvSpPr>
            <a:spLocks noGrp="1"/>
          </p:cNvSpPr>
          <p:nvPr/>
        </p:nvSpPr>
        <p:spPr>
          <a:xfrm>
            <a:off x="6524262" y="6431502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66" name="QUEUE_uav_2_queue_cell_2">
            <a:extLst>
              <a:ext uri="{FF2B5EF4-FFF2-40B4-BE49-F238E27FC236}">
                <a16:creationId xmlns:a16="http://schemas.microsoft.com/office/drawing/2014/main" id="{186A2BD4-275D-A166-90CE-65D32678922C}"/>
              </a:ext>
            </a:extLst>
          </p:cNvPr>
          <p:cNvSpPr>
            <a:spLocks noGrp="1"/>
          </p:cNvSpPr>
          <p:nvPr/>
        </p:nvSpPr>
        <p:spPr>
          <a:xfrm>
            <a:off x="6524262" y="6317202"/>
            <a:ext cx="114300" cy="91440"/>
          </a:xfrm>
          <a:prstGeom prst="roundRect">
            <a:avLst>
              <a:gd name="adj" fmla="val 20833"/>
            </a:avLst>
          </a:prstGeom>
          <a:solidFill>
            <a:srgbClr val="DED6FF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67" name="QUEUE_uav_2_queue_cell_3">
            <a:extLst>
              <a:ext uri="{FF2B5EF4-FFF2-40B4-BE49-F238E27FC236}">
                <a16:creationId xmlns:a16="http://schemas.microsoft.com/office/drawing/2014/main" id="{EFE5AE9B-356A-2DC2-D4BE-320888887DC3}"/>
              </a:ext>
            </a:extLst>
          </p:cNvPr>
          <p:cNvSpPr>
            <a:spLocks noGrp="1"/>
          </p:cNvSpPr>
          <p:nvPr/>
        </p:nvSpPr>
        <p:spPr>
          <a:xfrm>
            <a:off x="6524262" y="6202902"/>
            <a:ext cx="114300" cy="91440"/>
          </a:xfrm>
          <a:prstGeom prst="roundRect">
            <a:avLst>
              <a:gd name="adj" fmla="val 20833"/>
            </a:avLst>
          </a:prstGeom>
          <a:solidFill>
            <a:srgbClr val="C4B6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68" name="QUEUE_uav_2_queue_cell_4">
            <a:extLst>
              <a:ext uri="{FF2B5EF4-FFF2-40B4-BE49-F238E27FC236}">
                <a16:creationId xmlns:a16="http://schemas.microsoft.com/office/drawing/2014/main" id="{5C130647-B897-637B-0171-650FD639DEEB}"/>
              </a:ext>
            </a:extLst>
          </p:cNvPr>
          <p:cNvSpPr>
            <a:spLocks noGrp="1"/>
          </p:cNvSpPr>
          <p:nvPr/>
        </p:nvSpPr>
        <p:spPr>
          <a:xfrm>
            <a:off x="6524262" y="6088602"/>
            <a:ext cx="114300" cy="91440"/>
          </a:xfrm>
          <a:prstGeom prst="roundRect">
            <a:avLst>
              <a:gd name="adj" fmla="val 20833"/>
            </a:avLst>
          </a:prstGeom>
          <a:solidFill>
            <a:srgbClr val="A78BF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70" name="obs-panel">
            <a:extLst>
              <a:ext uri="{FF2B5EF4-FFF2-40B4-BE49-F238E27FC236}">
                <a16:creationId xmlns:a16="http://schemas.microsoft.com/office/drawing/2014/main" id="{AAF347A1-CC4E-4156-438B-496AFFF31B9B}"/>
              </a:ext>
            </a:extLst>
          </p:cNvPr>
          <p:cNvSpPr/>
          <p:nvPr/>
        </p:nvSpPr>
        <p:spPr>
          <a:xfrm>
            <a:off x="5096221" y="5524877"/>
            <a:ext cx="1733616" cy="1150633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973857355">
                  <a:custGeom>
                    <a:avLst/>
                    <a:gdLst>
                      <a:gd name="csX0" fmla="*/ 0 w 4923895"/>
                      <a:gd name="csY0" fmla="*/ 0 h 647947"/>
                      <a:gd name="csX1" fmla="*/ 596338 w 4923895"/>
                      <a:gd name="csY1" fmla="*/ 0 h 647947"/>
                      <a:gd name="csX2" fmla="*/ 1143438 w 4923895"/>
                      <a:gd name="csY2" fmla="*/ 0 h 647947"/>
                      <a:gd name="csX3" fmla="*/ 1641298 w 4923895"/>
                      <a:gd name="csY3" fmla="*/ 0 h 647947"/>
                      <a:gd name="csX4" fmla="*/ 2188398 w 4923895"/>
                      <a:gd name="csY4" fmla="*/ 0 h 647947"/>
                      <a:gd name="csX5" fmla="*/ 2686258 w 4923895"/>
                      <a:gd name="csY5" fmla="*/ 0 h 647947"/>
                      <a:gd name="csX6" fmla="*/ 3331836 w 4923895"/>
                      <a:gd name="csY6" fmla="*/ 0 h 647947"/>
                      <a:gd name="csX7" fmla="*/ 3731218 w 4923895"/>
                      <a:gd name="csY7" fmla="*/ 0 h 647947"/>
                      <a:gd name="csX8" fmla="*/ 4130601 w 4923895"/>
                      <a:gd name="csY8" fmla="*/ 0 h 647947"/>
                      <a:gd name="csX9" fmla="*/ 4923895 w 4923895"/>
                      <a:gd name="csY9" fmla="*/ 0 h 647947"/>
                      <a:gd name="csX10" fmla="*/ 4923895 w 4923895"/>
                      <a:gd name="csY10" fmla="*/ 330453 h 647947"/>
                      <a:gd name="csX11" fmla="*/ 4923895 w 4923895"/>
                      <a:gd name="csY11" fmla="*/ 647947 h 647947"/>
                      <a:gd name="csX12" fmla="*/ 4327557 w 4923895"/>
                      <a:gd name="csY12" fmla="*/ 647947 h 647947"/>
                      <a:gd name="csX13" fmla="*/ 3928174 w 4923895"/>
                      <a:gd name="csY13" fmla="*/ 647947 h 647947"/>
                      <a:gd name="csX14" fmla="*/ 3381075 w 4923895"/>
                      <a:gd name="csY14" fmla="*/ 647947 h 647947"/>
                      <a:gd name="csX15" fmla="*/ 2735497 w 4923895"/>
                      <a:gd name="csY15" fmla="*/ 647947 h 647947"/>
                      <a:gd name="csX16" fmla="*/ 2336115 w 4923895"/>
                      <a:gd name="csY16" fmla="*/ 647947 h 647947"/>
                      <a:gd name="csX17" fmla="*/ 1936732 w 4923895"/>
                      <a:gd name="csY17" fmla="*/ 647947 h 647947"/>
                      <a:gd name="csX18" fmla="*/ 1537349 w 4923895"/>
                      <a:gd name="csY18" fmla="*/ 647947 h 647947"/>
                      <a:gd name="csX19" fmla="*/ 1088728 w 4923895"/>
                      <a:gd name="csY19" fmla="*/ 647947 h 647947"/>
                      <a:gd name="csX20" fmla="*/ 541628 w 4923895"/>
                      <a:gd name="csY20" fmla="*/ 647947 h 647947"/>
                      <a:gd name="csX21" fmla="*/ 0 w 4923895"/>
                      <a:gd name="csY21" fmla="*/ 647947 h 647947"/>
                      <a:gd name="csX22" fmla="*/ 0 w 4923895"/>
                      <a:gd name="csY22" fmla="*/ 317494 h 647947"/>
                      <a:gd name="csX23" fmla="*/ 0 w 4923895"/>
                      <a:gd name="csY23" fmla="*/ 0 h 64794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</a:cxnLst>
                    <a:rect l="l" t="t" r="r" b="b"/>
                    <a:pathLst>
                      <a:path w="4923895" h="647947" extrusionOk="0">
                        <a:moveTo>
                          <a:pt x="0" y="0"/>
                        </a:moveTo>
                        <a:cubicBezTo>
                          <a:pt x="218768" y="-26988"/>
                          <a:pt x="338625" y="69810"/>
                          <a:pt x="596338" y="0"/>
                        </a:cubicBezTo>
                        <a:cubicBezTo>
                          <a:pt x="854051" y="-69810"/>
                          <a:pt x="986620" y="260"/>
                          <a:pt x="1143438" y="0"/>
                        </a:cubicBezTo>
                        <a:cubicBezTo>
                          <a:pt x="1300256" y="-260"/>
                          <a:pt x="1503700" y="34145"/>
                          <a:pt x="1641298" y="0"/>
                        </a:cubicBezTo>
                        <a:cubicBezTo>
                          <a:pt x="1778896" y="-34145"/>
                          <a:pt x="1960463" y="34430"/>
                          <a:pt x="2188398" y="0"/>
                        </a:cubicBezTo>
                        <a:cubicBezTo>
                          <a:pt x="2416333" y="-34430"/>
                          <a:pt x="2549215" y="10864"/>
                          <a:pt x="2686258" y="0"/>
                        </a:cubicBezTo>
                        <a:cubicBezTo>
                          <a:pt x="2823301" y="-10864"/>
                          <a:pt x="3029266" y="70108"/>
                          <a:pt x="3331836" y="0"/>
                        </a:cubicBezTo>
                        <a:cubicBezTo>
                          <a:pt x="3634406" y="-70108"/>
                          <a:pt x="3621766" y="13757"/>
                          <a:pt x="3731218" y="0"/>
                        </a:cubicBezTo>
                        <a:cubicBezTo>
                          <a:pt x="3840670" y="-13757"/>
                          <a:pt x="3963491" y="33720"/>
                          <a:pt x="4130601" y="0"/>
                        </a:cubicBezTo>
                        <a:cubicBezTo>
                          <a:pt x="4297711" y="-33720"/>
                          <a:pt x="4701200" y="71242"/>
                          <a:pt x="4923895" y="0"/>
                        </a:cubicBezTo>
                        <a:cubicBezTo>
                          <a:pt x="4936078" y="86497"/>
                          <a:pt x="4923571" y="198855"/>
                          <a:pt x="4923895" y="330453"/>
                        </a:cubicBezTo>
                        <a:cubicBezTo>
                          <a:pt x="4924219" y="462051"/>
                          <a:pt x="4900770" y="492661"/>
                          <a:pt x="4923895" y="647947"/>
                        </a:cubicBezTo>
                        <a:cubicBezTo>
                          <a:pt x="4694694" y="715906"/>
                          <a:pt x="4556012" y="610233"/>
                          <a:pt x="4327557" y="647947"/>
                        </a:cubicBezTo>
                        <a:cubicBezTo>
                          <a:pt x="4099102" y="685661"/>
                          <a:pt x="4036543" y="630369"/>
                          <a:pt x="3928174" y="647947"/>
                        </a:cubicBezTo>
                        <a:cubicBezTo>
                          <a:pt x="3819805" y="665525"/>
                          <a:pt x="3503823" y="630133"/>
                          <a:pt x="3381075" y="647947"/>
                        </a:cubicBezTo>
                        <a:cubicBezTo>
                          <a:pt x="3258327" y="665761"/>
                          <a:pt x="2955249" y="628773"/>
                          <a:pt x="2735497" y="647947"/>
                        </a:cubicBezTo>
                        <a:cubicBezTo>
                          <a:pt x="2515745" y="667121"/>
                          <a:pt x="2516049" y="615849"/>
                          <a:pt x="2336115" y="647947"/>
                        </a:cubicBezTo>
                        <a:cubicBezTo>
                          <a:pt x="2156181" y="680045"/>
                          <a:pt x="2039815" y="638305"/>
                          <a:pt x="1936732" y="647947"/>
                        </a:cubicBezTo>
                        <a:cubicBezTo>
                          <a:pt x="1833649" y="657589"/>
                          <a:pt x="1716180" y="636893"/>
                          <a:pt x="1537349" y="647947"/>
                        </a:cubicBezTo>
                        <a:cubicBezTo>
                          <a:pt x="1358518" y="659001"/>
                          <a:pt x="1287617" y="606893"/>
                          <a:pt x="1088728" y="647947"/>
                        </a:cubicBezTo>
                        <a:cubicBezTo>
                          <a:pt x="889839" y="689001"/>
                          <a:pt x="657409" y="593683"/>
                          <a:pt x="541628" y="647947"/>
                        </a:cubicBezTo>
                        <a:cubicBezTo>
                          <a:pt x="425847" y="702211"/>
                          <a:pt x="140908" y="630546"/>
                          <a:pt x="0" y="647947"/>
                        </a:cubicBezTo>
                        <a:cubicBezTo>
                          <a:pt x="-14785" y="575710"/>
                          <a:pt x="13221" y="462075"/>
                          <a:pt x="0" y="317494"/>
                        </a:cubicBezTo>
                        <a:cubicBezTo>
                          <a:pt x="-13221" y="172913"/>
                          <a:pt x="6532" y="13501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71" name="obs-panel">
            <a:extLst>
              <a:ext uri="{FF2B5EF4-FFF2-40B4-BE49-F238E27FC236}">
                <a16:creationId xmlns:a16="http://schemas.microsoft.com/office/drawing/2014/main" id="{7BC2AF36-08C2-527F-0585-C1164D047709}"/>
              </a:ext>
            </a:extLst>
          </p:cNvPr>
          <p:cNvSpPr/>
          <p:nvPr/>
        </p:nvSpPr>
        <p:spPr>
          <a:xfrm>
            <a:off x="6975134" y="5549939"/>
            <a:ext cx="1809939" cy="431706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973857355">
                  <a:custGeom>
                    <a:avLst/>
                    <a:gdLst>
                      <a:gd name="csX0" fmla="*/ 0 w 4923895"/>
                      <a:gd name="csY0" fmla="*/ 0 h 647947"/>
                      <a:gd name="csX1" fmla="*/ 596338 w 4923895"/>
                      <a:gd name="csY1" fmla="*/ 0 h 647947"/>
                      <a:gd name="csX2" fmla="*/ 1143438 w 4923895"/>
                      <a:gd name="csY2" fmla="*/ 0 h 647947"/>
                      <a:gd name="csX3" fmla="*/ 1641298 w 4923895"/>
                      <a:gd name="csY3" fmla="*/ 0 h 647947"/>
                      <a:gd name="csX4" fmla="*/ 2188398 w 4923895"/>
                      <a:gd name="csY4" fmla="*/ 0 h 647947"/>
                      <a:gd name="csX5" fmla="*/ 2686258 w 4923895"/>
                      <a:gd name="csY5" fmla="*/ 0 h 647947"/>
                      <a:gd name="csX6" fmla="*/ 3331836 w 4923895"/>
                      <a:gd name="csY6" fmla="*/ 0 h 647947"/>
                      <a:gd name="csX7" fmla="*/ 3731218 w 4923895"/>
                      <a:gd name="csY7" fmla="*/ 0 h 647947"/>
                      <a:gd name="csX8" fmla="*/ 4130601 w 4923895"/>
                      <a:gd name="csY8" fmla="*/ 0 h 647947"/>
                      <a:gd name="csX9" fmla="*/ 4923895 w 4923895"/>
                      <a:gd name="csY9" fmla="*/ 0 h 647947"/>
                      <a:gd name="csX10" fmla="*/ 4923895 w 4923895"/>
                      <a:gd name="csY10" fmla="*/ 330453 h 647947"/>
                      <a:gd name="csX11" fmla="*/ 4923895 w 4923895"/>
                      <a:gd name="csY11" fmla="*/ 647947 h 647947"/>
                      <a:gd name="csX12" fmla="*/ 4327557 w 4923895"/>
                      <a:gd name="csY12" fmla="*/ 647947 h 647947"/>
                      <a:gd name="csX13" fmla="*/ 3928174 w 4923895"/>
                      <a:gd name="csY13" fmla="*/ 647947 h 647947"/>
                      <a:gd name="csX14" fmla="*/ 3381075 w 4923895"/>
                      <a:gd name="csY14" fmla="*/ 647947 h 647947"/>
                      <a:gd name="csX15" fmla="*/ 2735497 w 4923895"/>
                      <a:gd name="csY15" fmla="*/ 647947 h 647947"/>
                      <a:gd name="csX16" fmla="*/ 2336115 w 4923895"/>
                      <a:gd name="csY16" fmla="*/ 647947 h 647947"/>
                      <a:gd name="csX17" fmla="*/ 1936732 w 4923895"/>
                      <a:gd name="csY17" fmla="*/ 647947 h 647947"/>
                      <a:gd name="csX18" fmla="*/ 1537349 w 4923895"/>
                      <a:gd name="csY18" fmla="*/ 647947 h 647947"/>
                      <a:gd name="csX19" fmla="*/ 1088728 w 4923895"/>
                      <a:gd name="csY19" fmla="*/ 647947 h 647947"/>
                      <a:gd name="csX20" fmla="*/ 541628 w 4923895"/>
                      <a:gd name="csY20" fmla="*/ 647947 h 647947"/>
                      <a:gd name="csX21" fmla="*/ 0 w 4923895"/>
                      <a:gd name="csY21" fmla="*/ 647947 h 647947"/>
                      <a:gd name="csX22" fmla="*/ 0 w 4923895"/>
                      <a:gd name="csY22" fmla="*/ 317494 h 647947"/>
                      <a:gd name="csX23" fmla="*/ 0 w 4923895"/>
                      <a:gd name="csY23" fmla="*/ 0 h 64794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</a:cxnLst>
                    <a:rect l="l" t="t" r="r" b="b"/>
                    <a:pathLst>
                      <a:path w="4923895" h="647947" extrusionOk="0">
                        <a:moveTo>
                          <a:pt x="0" y="0"/>
                        </a:moveTo>
                        <a:cubicBezTo>
                          <a:pt x="218768" y="-26988"/>
                          <a:pt x="338625" y="69810"/>
                          <a:pt x="596338" y="0"/>
                        </a:cubicBezTo>
                        <a:cubicBezTo>
                          <a:pt x="854051" y="-69810"/>
                          <a:pt x="986620" y="260"/>
                          <a:pt x="1143438" y="0"/>
                        </a:cubicBezTo>
                        <a:cubicBezTo>
                          <a:pt x="1300256" y="-260"/>
                          <a:pt x="1503700" y="34145"/>
                          <a:pt x="1641298" y="0"/>
                        </a:cubicBezTo>
                        <a:cubicBezTo>
                          <a:pt x="1778896" y="-34145"/>
                          <a:pt x="1960463" y="34430"/>
                          <a:pt x="2188398" y="0"/>
                        </a:cubicBezTo>
                        <a:cubicBezTo>
                          <a:pt x="2416333" y="-34430"/>
                          <a:pt x="2549215" y="10864"/>
                          <a:pt x="2686258" y="0"/>
                        </a:cubicBezTo>
                        <a:cubicBezTo>
                          <a:pt x="2823301" y="-10864"/>
                          <a:pt x="3029266" y="70108"/>
                          <a:pt x="3331836" y="0"/>
                        </a:cubicBezTo>
                        <a:cubicBezTo>
                          <a:pt x="3634406" y="-70108"/>
                          <a:pt x="3621766" y="13757"/>
                          <a:pt x="3731218" y="0"/>
                        </a:cubicBezTo>
                        <a:cubicBezTo>
                          <a:pt x="3840670" y="-13757"/>
                          <a:pt x="3963491" y="33720"/>
                          <a:pt x="4130601" y="0"/>
                        </a:cubicBezTo>
                        <a:cubicBezTo>
                          <a:pt x="4297711" y="-33720"/>
                          <a:pt x="4701200" y="71242"/>
                          <a:pt x="4923895" y="0"/>
                        </a:cubicBezTo>
                        <a:cubicBezTo>
                          <a:pt x="4936078" y="86497"/>
                          <a:pt x="4923571" y="198855"/>
                          <a:pt x="4923895" y="330453"/>
                        </a:cubicBezTo>
                        <a:cubicBezTo>
                          <a:pt x="4924219" y="462051"/>
                          <a:pt x="4900770" y="492661"/>
                          <a:pt x="4923895" y="647947"/>
                        </a:cubicBezTo>
                        <a:cubicBezTo>
                          <a:pt x="4694694" y="715906"/>
                          <a:pt x="4556012" y="610233"/>
                          <a:pt x="4327557" y="647947"/>
                        </a:cubicBezTo>
                        <a:cubicBezTo>
                          <a:pt x="4099102" y="685661"/>
                          <a:pt x="4036543" y="630369"/>
                          <a:pt x="3928174" y="647947"/>
                        </a:cubicBezTo>
                        <a:cubicBezTo>
                          <a:pt x="3819805" y="665525"/>
                          <a:pt x="3503823" y="630133"/>
                          <a:pt x="3381075" y="647947"/>
                        </a:cubicBezTo>
                        <a:cubicBezTo>
                          <a:pt x="3258327" y="665761"/>
                          <a:pt x="2955249" y="628773"/>
                          <a:pt x="2735497" y="647947"/>
                        </a:cubicBezTo>
                        <a:cubicBezTo>
                          <a:pt x="2515745" y="667121"/>
                          <a:pt x="2516049" y="615849"/>
                          <a:pt x="2336115" y="647947"/>
                        </a:cubicBezTo>
                        <a:cubicBezTo>
                          <a:pt x="2156181" y="680045"/>
                          <a:pt x="2039815" y="638305"/>
                          <a:pt x="1936732" y="647947"/>
                        </a:cubicBezTo>
                        <a:cubicBezTo>
                          <a:pt x="1833649" y="657589"/>
                          <a:pt x="1716180" y="636893"/>
                          <a:pt x="1537349" y="647947"/>
                        </a:cubicBezTo>
                        <a:cubicBezTo>
                          <a:pt x="1358518" y="659001"/>
                          <a:pt x="1287617" y="606893"/>
                          <a:pt x="1088728" y="647947"/>
                        </a:cubicBezTo>
                        <a:cubicBezTo>
                          <a:pt x="889839" y="689001"/>
                          <a:pt x="657409" y="593683"/>
                          <a:pt x="541628" y="647947"/>
                        </a:cubicBezTo>
                        <a:cubicBezTo>
                          <a:pt x="425847" y="702211"/>
                          <a:pt x="140908" y="630546"/>
                          <a:pt x="0" y="647947"/>
                        </a:cubicBezTo>
                        <a:cubicBezTo>
                          <a:pt x="-14785" y="575710"/>
                          <a:pt x="13221" y="462075"/>
                          <a:pt x="0" y="317494"/>
                        </a:cubicBezTo>
                        <a:cubicBezTo>
                          <a:pt x="-13221" y="172913"/>
                          <a:pt x="6532" y="13501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72" name="文本框 671">
            <a:extLst>
              <a:ext uri="{FF2B5EF4-FFF2-40B4-BE49-F238E27FC236}">
                <a16:creationId xmlns:a16="http://schemas.microsoft.com/office/drawing/2014/main" id="{3A2223CF-1150-565C-EEAF-0A3FDE4D80A8}"/>
              </a:ext>
            </a:extLst>
          </p:cNvPr>
          <p:cNvSpPr txBox="1"/>
          <p:nvPr/>
        </p:nvSpPr>
        <p:spPr>
          <a:xfrm>
            <a:off x="5391201" y="5595539"/>
            <a:ext cx="1228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Queue</a:t>
            </a:r>
            <a:r>
              <a:rPr lang="zh-CN" alt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Update</a:t>
            </a:r>
            <a:endParaRPr lang="fr-FR" altLang="zh-CN" sz="1200" b="1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pic>
        <p:nvPicPr>
          <p:cNvPr id="676" name="PALETTE_img_2">
            <a:extLst>
              <a:ext uri="{FF2B5EF4-FFF2-40B4-BE49-F238E27FC236}">
                <a16:creationId xmlns:a16="http://schemas.microsoft.com/office/drawing/2014/main" id="{4851DDDF-5F3B-4158-95EC-0350C69D9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126447" y="6062611"/>
            <a:ext cx="281225" cy="197953"/>
          </a:xfrm>
          <a:prstGeom prst="rect">
            <a:avLst/>
          </a:prstGeom>
        </p:spPr>
      </p:pic>
      <p:pic>
        <p:nvPicPr>
          <p:cNvPr id="677" name="PALETTE_img_6">
            <a:extLst>
              <a:ext uri="{FF2B5EF4-FFF2-40B4-BE49-F238E27FC236}">
                <a16:creationId xmlns:a16="http://schemas.microsoft.com/office/drawing/2014/main" id="{C701C281-873C-C3DC-CA7A-9321323CB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flipH="1">
            <a:off x="2228097" y="6008832"/>
            <a:ext cx="295167" cy="247378"/>
          </a:xfrm>
          <a:prstGeom prst="rect">
            <a:avLst/>
          </a:prstGeom>
        </p:spPr>
      </p:pic>
      <p:pic>
        <p:nvPicPr>
          <p:cNvPr id="678" name="PALETTE_img_1">
            <a:extLst>
              <a:ext uri="{FF2B5EF4-FFF2-40B4-BE49-F238E27FC236}">
                <a16:creationId xmlns:a16="http://schemas.microsoft.com/office/drawing/2014/main" id="{3978409C-D26B-C131-723B-903BD0EDF4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 flipH="1">
            <a:off x="4035269" y="6035822"/>
            <a:ext cx="286978" cy="254000"/>
          </a:xfrm>
          <a:prstGeom prst="rect">
            <a:avLst/>
          </a:prstGeom>
        </p:spPr>
      </p:pic>
      <p:pic>
        <p:nvPicPr>
          <p:cNvPr id="679" name="PALETTE_img_2">
            <a:extLst>
              <a:ext uri="{FF2B5EF4-FFF2-40B4-BE49-F238E27FC236}">
                <a16:creationId xmlns:a16="http://schemas.microsoft.com/office/drawing/2014/main" id="{37B0A11F-02A9-EDA0-0BA7-0B174A1A7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46269" y="6164235"/>
            <a:ext cx="281225" cy="197953"/>
          </a:xfrm>
          <a:prstGeom prst="rect">
            <a:avLst/>
          </a:prstGeom>
        </p:spPr>
      </p:pic>
      <p:pic>
        <p:nvPicPr>
          <p:cNvPr id="680" name="PALETTE_img_6">
            <a:extLst>
              <a:ext uri="{FF2B5EF4-FFF2-40B4-BE49-F238E27FC236}">
                <a16:creationId xmlns:a16="http://schemas.microsoft.com/office/drawing/2014/main" id="{7B0FD241-90C3-F904-3C4E-EF56F71856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flipH="1">
            <a:off x="2156968" y="6092795"/>
            <a:ext cx="295167" cy="247378"/>
          </a:xfrm>
          <a:prstGeom prst="rect">
            <a:avLst/>
          </a:prstGeom>
        </p:spPr>
      </p:pic>
      <p:pic>
        <p:nvPicPr>
          <p:cNvPr id="681" name="PALETTE_img_6">
            <a:extLst>
              <a:ext uri="{FF2B5EF4-FFF2-40B4-BE49-F238E27FC236}">
                <a16:creationId xmlns:a16="http://schemas.microsoft.com/office/drawing/2014/main" id="{3CBA805B-12EA-44C9-16E8-58A4C7624E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flipH="1">
            <a:off x="2375681" y="6092795"/>
            <a:ext cx="295167" cy="247378"/>
          </a:xfrm>
          <a:prstGeom prst="rect">
            <a:avLst/>
          </a:prstGeom>
        </p:spPr>
      </p:pic>
      <p:pic>
        <p:nvPicPr>
          <p:cNvPr id="682" name="PALETTE_img_1">
            <a:extLst>
              <a:ext uri="{FF2B5EF4-FFF2-40B4-BE49-F238E27FC236}">
                <a16:creationId xmlns:a16="http://schemas.microsoft.com/office/drawing/2014/main" id="{0ECC6484-681E-1B38-7290-447BFFE3BE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 flipH="1">
            <a:off x="4209538" y="6066027"/>
            <a:ext cx="286978" cy="254000"/>
          </a:xfrm>
          <a:prstGeom prst="rect">
            <a:avLst/>
          </a:prstGeom>
        </p:spPr>
      </p:pic>
      <p:grpSp>
        <p:nvGrpSpPr>
          <p:cNvPr id="685" name="组合 684">
            <a:extLst>
              <a:ext uri="{FF2B5EF4-FFF2-40B4-BE49-F238E27FC236}">
                <a16:creationId xmlns:a16="http://schemas.microsoft.com/office/drawing/2014/main" id="{89C466C5-DF69-899E-90D8-1C33AC780422}"/>
              </a:ext>
            </a:extLst>
          </p:cNvPr>
          <p:cNvGrpSpPr/>
          <p:nvPr/>
        </p:nvGrpSpPr>
        <p:grpSpPr>
          <a:xfrm rot="2455050">
            <a:off x="2391306" y="5934600"/>
            <a:ext cx="512854" cy="505606"/>
            <a:chOff x="7500937" y="4905925"/>
            <a:chExt cx="449262" cy="442912"/>
          </a:xfrm>
          <a:solidFill>
            <a:srgbClr val="FFD7AB"/>
          </a:solidFill>
        </p:grpSpPr>
        <p:sp>
          <p:nvSpPr>
            <p:cNvPr id="686" name="空心弧 685">
              <a:extLst>
                <a:ext uri="{FF2B5EF4-FFF2-40B4-BE49-F238E27FC236}">
                  <a16:creationId xmlns:a16="http://schemas.microsoft.com/office/drawing/2014/main" id="{FF2E0CD1-CF01-5C31-F11E-FF6D56EC8765}"/>
                </a:ext>
              </a:extLst>
            </p:cNvPr>
            <p:cNvSpPr/>
            <p:nvPr/>
          </p:nvSpPr>
          <p:spPr>
            <a:xfrm>
              <a:off x="7597774" y="4905925"/>
              <a:ext cx="352425" cy="352425"/>
            </a:xfrm>
            <a:prstGeom prst="blockArc">
              <a:avLst>
                <a:gd name="adj1" fmla="val 17052154"/>
                <a:gd name="adj2" fmla="val 20976669"/>
                <a:gd name="adj3" fmla="val 7639"/>
              </a:avLst>
            </a:prstGeom>
            <a:grpFill/>
            <a:ln w="9525">
              <a:solidFill>
                <a:srgbClr val="F973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87" name="空心弧 686">
              <a:extLst>
                <a:ext uri="{FF2B5EF4-FFF2-40B4-BE49-F238E27FC236}">
                  <a16:creationId xmlns:a16="http://schemas.microsoft.com/office/drawing/2014/main" id="{5119C5B2-8702-AABE-85E9-8E8A4AE26B61}"/>
                </a:ext>
              </a:extLst>
            </p:cNvPr>
            <p:cNvSpPr/>
            <p:nvPr/>
          </p:nvSpPr>
          <p:spPr>
            <a:xfrm>
              <a:off x="7548562" y="4948785"/>
              <a:ext cx="352425" cy="352425"/>
            </a:xfrm>
            <a:prstGeom prst="blockArc">
              <a:avLst>
                <a:gd name="adj1" fmla="val 17052154"/>
                <a:gd name="adj2" fmla="val 20976669"/>
                <a:gd name="adj3" fmla="val 7639"/>
              </a:avLst>
            </a:prstGeom>
            <a:grpFill/>
            <a:ln w="9525">
              <a:solidFill>
                <a:srgbClr val="F973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88" name="空心弧 687">
              <a:extLst>
                <a:ext uri="{FF2B5EF4-FFF2-40B4-BE49-F238E27FC236}">
                  <a16:creationId xmlns:a16="http://schemas.microsoft.com/office/drawing/2014/main" id="{B1600EC6-3AC8-8C39-9EDF-D0269FF9E542}"/>
                </a:ext>
              </a:extLst>
            </p:cNvPr>
            <p:cNvSpPr/>
            <p:nvPr/>
          </p:nvSpPr>
          <p:spPr>
            <a:xfrm>
              <a:off x="7500937" y="4996412"/>
              <a:ext cx="352425" cy="352425"/>
            </a:xfrm>
            <a:prstGeom prst="blockArc">
              <a:avLst>
                <a:gd name="adj1" fmla="val 17052154"/>
                <a:gd name="adj2" fmla="val 20976669"/>
                <a:gd name="adj3" fmla="val 7639"/>
              </a:avLst>
            </a:prstGeom>
            <a:grpFill/>
            <a:ln w="9525">
              <a:solidFill>
                <a:srgbClr val="F973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89" name="组合 688">
            <a:extLst>
              <a:ext uri="{FF2B5EF4-FFF2-40B4-BE49-F238E27FC236}">
                <a16:creationId xmlns:a16="http://schemas.microsoft.com/office/drawing/2014/main" id="{967FF1FC-594D-9FEC-7D02-DD9A88270D3B}"/>
              </a:ext>
            </a:extLst>
          </p:cNvPr>
          <p:cNvGrpSpPr/>
          <p:nvPr/>
        </p:nvGrpSpPr>
        <p:grpSpPr>
          <a:xfrm rot="2968007">
            <a:off x="3269549" y="5932414"/>
            <a:ext cx="512854" cy="505606"/>
            <a:chOff x="7500937" y="4905925"/>
            <a:chExt cx="449262" cy="442912"/>
          </a:xfrm>
          <a:solidFill>
            <a:srgbClr val="2978B5">
              <a:alpha val="20000"/>
            </a:srgbClr>
          </a:solidFill>
        </p:grpSpPr>
        <p:sp>
          <p:nvSpPr>
            <p:cNvPr id="690" name="空心弧 689">
              <a:extLst>
                <a:ext uri="{FF2B5EF4-FFF2-40B4-BE49-F238E27FC236}">
                  <a16:creationId xmlns:a16="http://schemas.microsoft.com/office/drawing/2014/main" id="{16816FFB-0466-A75F-C81F-EBFD480B153C}"/>
                </a:ext>
              </a:extLst>
            </p:cNvPr>
            <p:cNvSpPr/>
            <p:nvPr/>
          </p:nvSpPr>
          <p:spPr>
            <a:xfrm>
              <a:off x="7597774" y="4905925"/>
              <a:ext cx="352425" cy="352425"/>
            </a:xfrm>
            <a:prstGeom prst="blockArc">
              <a:avLst>
                <a:gd name="adj1" fmla="val 17052154"/>
                <a:gd name="adj2" fmla="val 20976669"/>
                <a:gd name="adj3" fmla="val 7639"/>
              </a:avLst>
            </a:prstGeom>
            <a:grpFill/>
            <a:ln w="9525">
              <a:solidFill>
                <a:srgbClr val="297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91" name="空心弧 690">
              <a:extLst>
                <a:ext uri="{FF2B5EF4-FFF2-40B4-BE49-F238E27FC236}">
                  <a16:creationId xmlns:a16="http://schemas.microsoft.com/office/drawing/2014/main" id="{C2A72CF1-FFC7-6E9E-9B64-8B2237ED0F47}"/>
                </a:ext>
              </a:extLst>
            </p:cNvPr>
            <p:cNvSpPr/>
            <p:nvPr/>
          </p:nvSpPr>
          <p:spPr>
            <a:xfrm>
              <a:off x="7548562" y="4948785"/>
              <a:ext cx="352425" cy="352425"/>
            </a:xfrm>
            <a:prstGeom prst="blockArc">
              <a:avLst>
                <a:gd name="adj1" fmla="val 17052154"/>
                <a:gd name="adj2" fmla="val 20976669"/>
                <a:gd name="adj3" fmla="val 7639"/>
              </a:avLst>
            </a:prstGeom>
            <a:grpFill/>
            <a:ln w="9525">
              <a:solidFill>
                <a:srgbClr val="297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92" name="空心弧 691">
              <a:extLst>
                <a:ext uri="{FF2B5EF4-FFF2-40B4-BE49-F238E27FC236}">
                  <a16:creationId xmlns:a16="http://schemas.microsoft.com/office/drawing/2014/main" id="{027E5329-6564-A28A-DA4E-35143EBF1D82}"/>
                </a:ext>
              </a:extLst>
            </p:cNvPr>
            <p:cNvSpPr/>
            <p:nvPr/>
          </p:nvSpPr>
          <p:spPr>
            <a:xfrm>
              <a:off x="7500937" y="4996412"/>
              <a:ext cx="352425" cy="352425"/>
            </a:xfrm>
            <a:prstGeom prst="blockArc">
              <a:avLst>
                <a:gd name="adj1" fmla="val 17052154"/>
                <a:gd name="adj2" fmla="val 20976669"/>
                <a:gd name="adj3" fmla="val 7639"/>
              </a:avLst>
            </a:prstGeom>
            <a:grpFill/>
            <a:ln w="9525">
              <a:solidFill>
                <a:srgbClr val="297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694" name="图形 693" descr="齿轮 纯色填充">
            <a:extLst>
              <a:ext uri="{FF2B5EF4-FFF2-40B4-BE49-F238E27FC236}">
                <a16:creationId xmlns:a16="http://schemas.microsoft.com/office/drawing/2014/main" id="{FF989B5D-CC2D-879B-057C-0202E6C5B9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324194" y="6072358"/>
            <a:ext cx="353584" cy="353584"/>
          </a:xfrm>
          <a:prstGeom prst="rect">
            <a:avLst/>
          </a:prstGeom>
        </p:spPr>
      </p:pic>
      <p:sp>
        <p:nvSpPr>
          <p:cNvPr id="695" name="文本框 694">
            <a:extLst>
              <a:ext uri="{FF2B5EF4-FFF2-40B4-BE49-F238E27FC236}">
                <a16:creationId xmlns:a16="http://schemas.microsoft.com/office/drawing/2014/main" id="{4A1B0163-BA09-94E4-D60C-2CEFDA8C569F}"/>
              </a:ext>
            </a:extLst>
          </p:cNvPr>
          <p:cNvSpPr txBox="1"/>
          <p:nvPr/>
        </p:nvSpPr>
        <p:spPr>
          <a:xfrm>
            <a:off x="2165156" y="6343589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Uploading</a:t>
            </a:r>
            <a:endParaRPr lang="fr-FR" altLang="zh-CN" sz="900" b="1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696" name="文本框 695">
            <a:extLst>
              <a:ext uri="{FF2B5EF4-FFF2-40B4-BE49-F238E27FC236}">
                <a16:creationId xmlns:a16="http://schemas.microsoft.com/office/drawing/2014/main" id="{D89B430A-19A5-3E79-6F79-CDAE488C01BE}"/>
              </a:ext>
            </a:extLst>
          </p:cNvPr>
          <p:cNvSpPr txBox="1"/>
          <p:nvPr/>
        </p:nvSpPr>
        <p:spPr>
          <a:xfrm>
            <a:off x="3159984" y="6343589"/>
            <a:ext cx="6976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Backhaul</a:t>
            </a:r>
          </a:p>
        </p:txBody>
      </p:sp>
      <p:sp>
        <p:nvSpPr>
          <p:cNvPr id="697" name="文本框 696">
            <a:extLst>
              <a:ext uri="{FF2B5EF4-FFF2-40B4-BE49-F238E27FC236}">
                <a16:creationId xmlns:a16="http://schemas.microsoft.com/office/drawing/2014/main" id="{5BB1F340-D86E-5098-C0D1-C926A9346500}"/>
              </a:ext>
            </a:extLst>
          </p:cNvPr>
          <p:cNvSpPr txBox="1"/>
          <p:nvPr/>
        </p:nvSpPr>
        <p:spPr>
          <a:xfrm>
            <a:off x="4020571" y="6344404"/>
            <a:ext cx="7938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Computing</a:t>
            </a:r>
            <a:endParaRPr lang="fr-FR" altLang="zh-CN" sz="900" b="1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698" name="QUEUE_uav_2_queue_cell_1">
            <a:extLst>
              <a:ext uri="{FF2B5EF4-FFF2-40B4-BE49-F238E27FC236}">
                <a16:creationId xmlns:a16="http://schemas.microsoft.com/office/drawing/2014/main" id="{C42BDBE2-394E-02E0-6C12-E82F165AAE50}"/>
              </a:ext>
            </a:extLst>
          </p:cNvPr>
          <p:cNvSpPr>
            <a:spLocks noGrp="1"/>
          </p:cNvSpPr>
          <p:nvPr/>
        </p:nvSpPr>
        <p:spPr>
          <a:xfrm flipV="1">
            <a:off x="2088190" y="6313568"/>
            <a:ext cx="65064" cy="45719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99" name="QUEUE_uav_2_queue_cell_2">
            <a:extLst>
              <a:ext uri="{FF2B5EF4-FFF2-40B4-BE49-F238E27FC236}">
                <a16:creationId xmlns:a16="http://schemas.microsoft.com/office/drawing/2014/main" id="{D18C64EE-E0E5-C860-E23A-D275EACFD5B4}"/>
              </a:ext>
            </a:extLst>
          </p:cNvPr>
          <p:cNvSpPr>
            <a:spLocks noGrp="1"/>
          </p:cNvSpPr>
          <p:nvPr/>
        </p:nvSpPr>
        <p:spPr>
          <a:xfrm flipV="1">
            <a:off x="2088190" y="6237705"/>
            <a:ext cx="65064" cy="45719"/>
          </a:xfrm>
          <a:prstGeom prst="roundRect">
            <a:avLst>
              <a:gd name="adj" fmla="val 20833"/>
            </a:avLst>
          </a:prstGeom>
          <a:solidFill>
            <a:srgbClr val="FFD7A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00" name="QUEUE_uav_2_queue_cell_3">
            <a:extLst>
              <a:ext uri="{FF2B5EF4-FFF2-40B4-BE49-F238E27FC236}">
                <a16:creationId xmlns:a16="http://schemas.microsoft.com/office/drawing/2014/main" id="{8237DE5B-55E3-D35F-F3CA-4E662D6DB89A}"/>
              </a:ext>
            </a:extLst>
          </p:cNvPr>
          <p:cNvSpPr>
            <a:spLocks noGrp="1"/>
          </p:cNvSpPr>
          <p:nvPr/>
        </p:nvSpPr>
        <p:spPr>
          <a:xfrm flipV="1">
            <a:off x="2088190" y="6161842"/>
            <a:ext cx="65064" cy="45719"/>
          </a:xfrm>
          <a:prstGeom prst="roundRect">
            <a:avLst>
              <a:gd name="adj" fmla="val 20833"/>
            </a:avLst>
          </a:prstGeom>
          <a:solidFill>
            <a:srgbClr val="FE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01" name="QUEUE_uav_2_queue_cell_4">
            <a:extLst>
              <a:ext uri="{FF2B5EF4-FFF2-40B4-BE49-F238E27FC236}">
                <a16:creationId xmlns:a16="http://schemas.microsoft.com/office/drawing/2014/main" id="{AC2648C4-746C-3FE1-43C6-3035DBBB93AF}"/>
              </a:ext>
            </a:extLst>
          </p:cNvPr>
          <p:cNvSpPr>
            <a:spLocks noGrp="1"/>
          </p:cNvSpPr>
          <p:nvPr/>
        </p:nvSpPr>
        <p:spPr>
          <a:xfrm flipV="1">
            <a:off x="2088190" y="6085979"/>
            <a:ext cx="65064" cy="45719"/>
          </a:xfrm>
          <a:prstGeom prst="roundRect">
            <a:avLst>
              <a:gd name="adj" fmla="val 20833"/>
            </a:avLst>
          </a:prstGeom>
          <a:solidFill>
            <a:srgbClr val="FC923C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02" name="QUEUE_uav_2_queue_cell_5">
            <a:extLst>
              <a:ext uri="{FF2B5EF4-FFF2-40B4-BE49-F238E27FC236}">
                <a16:creationId xmlns:a16="http://schemas.microsoft.com/office/drawing/2014/main" id="{D855E334-CDC0-A61C-DE9D-9E51CA1D0F2B}"/>
              </a:ext>
            </a:extLst>
          </p:cNvPr>
          <p:cNvSpPr>
            <a:spLocks noGrp="1"/>
          </p:cNvSpPr>
          <p:nvPr/>
        </p:nvSpPr>
        <p:spPr>
          <a:xfrm flipV="1">
            <a:off x="2088190" y="6010116"/>
            <a:ext cx="65064" cy="45719"/>
          </a:xfrm>
          <a:prstGeom prst="roundRect">
            <a:avLst>
              <a:gd name="adj" fmla="val 20833"/>
            </a:avLst>
          </a:prstGeom>
          <a:solidFill>
            <a:srgbClr val="F97315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03" name="QUEUE_uav_2_queue_cell_1">
            <a:extLst>
              <a:ext uri="{FF2B5EF4-FFF2-40B4-BE49-F238E27FC236}">
                <a16:creationId xmlns:a16="http://schemas.microsoft.com/office/drawing/2014/main" id="{90FBA2DA-6134-5C1D-3F2D-BA04D10D8770}"/>
              </a:ext>
            </a:extLst>
          </p:cNvPr>
          <p:cNvSpPr>
            <a:spLocks noGrp="1"/>
          </p:cNvSpPr>
          <p:nvPr/>
        </p:nvSpPr>
        <p:spPr>
          <a:xfrm flipV="1">
            <a:off x="3071362" y="6316350"/>
            <a:ext cx="65064" cy="45719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04" name="QUEUE_uav_2_queue_cell_2">
            <a:extLst>
              <a:ext uri="{FF2B5EF4-FFF2-40B4-BE49-F238E27FC236}">
                <a16:creationId xmlns:a16="http://schemas.microsoft.com/office/drawing/2014/main" id="{693EAD42-6727-8153-5E04-DD680004DAE1}"/>
              </a:ext>
            </a:extLst>
          </p:cNvPr>
          <p:cNvSpPr>
            <a:spLocks noGrp="1"/>
          </p:cNvSpPr>
          <p:nvPr/>
        </p:nvSpPr>
        <p:spPr>
          <a:xfrm flipV="1">
            <a:off x="3071362" y="6240487"/>
            <a:ext cx="65064" cy="45719"/>
          </a:xfrm>
          <a:prstGeom prst="roundRect">
            <a:avLst>
              <a:gd name="adj" fmla="val 20833"/>
            </a:avLst>
          </a:prstGeom>
          <a:solidFill>
            <a:srgbClr val="DBEA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05" name="QUEUE_uav_2_queue_cell_3">
            <a:extLst>
              <a:ext uri="{FF2B5EF4-FFF2-40B4-BE49-F238E27FC236}">
                <a16:creationId xmlns:a16="http://schemas.microsoft.com/office/drawing/2014/main" id="{90331F99-FEA9-0118-2104-AA6D95BC2D7D}"/>
              </a:ext>
            </a:extLst>
          </p:cNvPr>
          <p:cNvSpPr>
            <a:spLocks noGrp="1"/>
          </p:cNvSpPr>
          <p:nvPr/>
        </p:nvSpPr>
        <p:spPr>
          <a:xfrm flipV="1">
            <a:off x="3071362" y="6164624"/>
            <a:ext cx="65064" cy="45719"/>
          </a:xfrm>
          <a:prstGeom prst="roundRect">
            <a:avLst>
              <a:gd name="adj" fmla="val 20833"/>
            </a:avLst>
          </a:prstGeom>
          <a:solidFill>
            <a:srgbClr val="93C5FD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06" name="QUEUE_uav_2_queue_cell_4">
            <a:extLst>
              <a:ext uri="{FF2B5EF4-FFF2-40B4-BE49-F238E27FC236}">
                <a16:creationId xmlns:a16="http://schemas.microsoft.com/office/drawing/2014/main" id="{E9E5D0BF-6A9F-DAA2-F879-BF6F466D4705}"/>
              </a:ext>
            </a:extLst>
          </p:cNvPr>
          <p:cNvSpPr>
            <a:spLocks noGrp="1"/>
          </p:cNvSpPr>
          <p:nvPr/>
        </p:nvSpPr>
        <p:spPr>
          <a:xfrm flipV="1">
            <a:off x="3071362" y="6088761"/>
            <a:ext cx="65064" cy="45719"/>
          </a:xfrm>
          <a:prstGeom prst="roundRect">
            <a:avLst>
              <a:gd name="adj" fmla="val 20833"/>
            </a:avLst>
          </a:prstGeom>
          <a:solidFill>
            <a:srgbClr val="60A5F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08" name="QUEUE_uav_2_queue_cell_1">
            <a:extLst>
              <a:ext uri="{FF2B5EF4-FFF2-40B4-BE49-F238E27FC236}">
                <a16:creationId xmlns:a16="http://schemas.microsoft.com/office/drawing/2014/main" id="{63DAF379-7281-4C6A-AA5F-B4EE992ED5C6}"/>
              </a:ext>
            </a:extLst>
          </p:cNvPr>
          <p:cNvSpPr>
            <a:spLocks noGrp="1"/>
          </p:cNvSpPr>
          <p:nvPr/>
        </p:nvSpPr>
        <p:spPr>
          <a:xfrm flipV="1">
            <a:off x="3904038" y="6322034"/>
            <a:ext cx="65064" cy="45719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09" name="QUEUE_uav_2_queue_cell_2">
            <a:extLst>
              <a:ext uri="{FF2B5EF4-FFF2-40B4-BE49-F238E27FC236}">
                <a16:creationId xmlns:a16="http://schemas.microsoft.com/office/drawing/2014/main" id="{2D0B4D38-2A7D-C637-76F8-33683757BE1B}"/>
              </a:ext>
            </a:extLst>
          </p:cNvPr>
          <p:cNvSpPr>
            <a:spLocks noGrp="1"/>
          </p:cNvSpPr>
          <p:nvPr/>
        </p:nvSpPr>
        <p:spPr>
          <a:xfrm flipV="1">
            <a:off x="3904038" y="6246171"/>
            <a:ext cx="65064" cy="45719"/>
          </a:xfrm>
          <a:prstGeom prst="roundRect">
            <a:avLst>
              <a:gd name="adj" fmla="val 20833"/>
            </a:avLst>
          </a:prstGeom>
          <a:solidFill>
            <a:srgbClr val="DED6FF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10" name="QUEUE_uav_2_queue_cell_3">
            <a:extLst>
              <a:ext uri="{FF2B5EF4-FFF2-40B4-BE49-F238E27FC236}">
                <a16:creationId xmlns:a16="http://schemas.microsoft.com/office/drawing/2014/main" id="{8C11E6A3-77EE-465B-5E2B-C042C4A8C8BB}"/>
              </a:ext>
            </a:extLst>
          </p:cNvPr>
          <p:cNvSpPr>
            <a:spLocks noGrp="1"/>
          </p:cNvSpPr>
          <p:nvPr/>
        </p:nvSpPr>
        <p:spPr>
          <a:xfrm flipV="1">
            <a:off x="3904038" y="6170308"/>
            <a:ext cx="65064" cy="45719"/>
          </a:xfrm>
          <a:prstGeom prst="roundRect">
            <a:avLst>
              <a:gd name="adj" fmla="val 20833"/>
            </a:avLst>
          </a:prstGeom>
          <a:solidFill>
            <a:srgbClr val="C4B6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11" name="QUEUE_uav_2_queue_cell_4">
            <a:extLst>
              <a:ext uri="{FF2B5EF4-FFF2-40B4-BE49-F238E27FC236}">
                <a16:creationId xmlns:a16="http://schemas.microsoft.com/office/drawing/2014/main" id="{CCA0B4C2-A082-DB0B-FE47-78E02D57A9B4}"/>
              </a:ext>
            </a:extLst>
          </p:cNvPr>
          <p:cNvSpPr>
            <a:spLocks noGrp="1"/>
          </p:cNvSpPr>
          <p:nvPr/>
        </p:nvSpPr>
        <p:spPr>
          <a:xfrm flipV="1">
            <a:off x="3904038" y="6094445"/>
            <a:ext cx="65064" cy="45719"/>
          </a:xfrm>
          <a:prstGeom prst="roundRect">
            <a:avLst>
              <a:gd name="adj" fmla="val 20833"/>
            </a:avLst>
          </a:prstGeom>
          <a:solidFill>
            <a:srgbClr val="A78BF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12" name="QUEUE_uav_2_queue_cell_5">
            <a:extLst>
              <a:ext uri="{FF2B5EF4-FFF2-40B4-BE49-F238E27FC236}">
                <a16:creationId xmlns:a16="http://schemas.microsoft.com/office/drawing/2014/main" id="{63940B5D-C5BD-E401-207D-A5F648A972D4}"/>
              </a:ext>
            </a:extLst>
          </p:cNvPr>
          <p:cNvSpPr>
            <a:spLocks noGrp="1"/>
          </p:cNvSpPr>
          <p:nvPr/>
        </p:nvSpPr>
        <p:spPr>
          <a:xfrm flipV="1">
            <a:off x="3904038" y="6018582"/>
            <a:ext cx="65064" cy="45719"/>
          </a:xfrm>
          <a:prstGeom prst="roundRect">
            <a:avLst>
              <a:gd name="adj" fmla="val 20833"/>
            </a:avLst>
          </a:prstGeom>
          <a:solidFill>
            <a:srgbClr val="8B5CF7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13" name="文本框 712">
            <a:extLst>
              <a:ext uri="{FF2B5EF4-FFF2-40B4-BE49-F238E27FC236}">
                <a16:creationId xmlns:a16="http://schemas.microsoft.com/office/drawing/2014/main" id="{EF788E67-4098-E53D-8173-46499BB99BA5}"/>
              </a:ext>
            </a:extLst>
          </p:cNvPr>
          <p:cNvSpPr txBox="1"/>
          <p:nvPr/>
        </p:nvSpPr>
        <p:spPr>
          <a:xfrm>
            <a:off x="7004362" y="5618255"/>
            <a:ext cx="17828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Reward</a:t>
            </a:r>
            <a:r>
              <a:rPr lang="zh-CN" alt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and Statistics</a:t>
            </a:r>
            <a:endParaRPr lang="fr-FR" altLang="zh-CN" sz="1200" b="1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721" name="文本框 720">
            <a:extLst>
              <a:ext uri="{FF2B5EF4-FFF2-40B4-BE49-F238E27FC236}">
                <a16:creationId xmlns:a16="http://schemas.microsoft.com/office/drawing/2014/main" id="{18302291-73D4-8AAC-CA80-463EA08F65CE}"/>
              </a:ext>
            </a:extLst>
          </p:cNvPr>
          <p:cNvSpPr txBox="1"/>
          <p:nvPr/>
        </p:nvSpPr>
        <p:spPr>
          <a:xfrm>
            <a:off x="2038298" y="5692339"/>
            <a:ext cx="7361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b="1" dirty="0" err="1">
                <a:solidFill>
                  <a:srgbClr val="C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Dropped</a:t>
            </a:r>
            <a:endParaRPr lang="fr-FR" altLang="zh-CN" sz="900" b="1" dirty="0">
              <a:solidFill>
                <a:srgbClr val="C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714" name="QUEUE_uav_2_queue_cell_5">
            <a:extLst>
              <a:ext uri="{FF2B5EF4-FFF2-40B4-BE49-F238E27FC236}">
                <a16:creationId xmlns:a16="http://schemas.microsoft.com/office/drawing/2014/main" id="{280045FE-03A9-7DC6-3B37-2D5ECD2ECE4C}"/>
              </a:ext>
            </a:extLst>
          </p:cNvPr>
          <p:cNvSpPr>
            <a:spLocks noGrp="1"/>
          </p:cNvSpPr>
          <p:nvPr/>
        </p:nvSpPr>
        <p:spPr>
          <a:xfrm flipV="1">
            <a:off x="2089617" y="5858699"/>
            <a:ext cx="65064" cy="45719"/>
          </a:xfrm>
          <a:prstGeom prst="roundRect">
            <a:avLst>
              <a:gd name="adj" fmla="val 20833"/>
            </a:avLst>
          </a:prstGeom>
          <a:solidFill>
            <a:srgbClr val="C00000"/>
          </a:solidFill>
          <a:ln w="8573">
            <a:solidFill>
              <a:schemeClr val="tx1"/>
            </a:solidFill>
            <a:prstDash val="solid"/>
          </a:ln>
        </p:spPr>
      </p:sp>
      <p:sp>
        <p:nvSpPr>
          <p:cNvPr id="715" name="QUEUE_uav_2_queue_cell_5">
            <a:extLst>
              <a:ext uri="{FF2B5EF4-FFF2-40B4-BE49-F238E27FC236}">
                <a16:creationId xmlns:a16="http://schemas.microsoft.com/office/drawing/2014/main" id="{46D99889-4B33-C627-C38E-A2CD775E2CD8}"/>
              </a:ext>
            </a:extLst>
          </p:cNvPr>
          <p:cNvSpPr>
            <a:spLocks noGrp="1"/>
          </p:cNvSpPr>
          <p:nvPr/>
        </p:nvSpPr>
        <p:spPr>
          <a:xfrm flipV="1">
            <a:off x="2089617" y="5933829"/>
            <a:ext cx="65064" cy="45719"/>
          </a:xfrm>
          <a:prstGeom prst="roundRect">
            <a:avLst>
              <a:gd name="adj" fmla="val 20833"/>
            </a:avLst>
          </a:prstGeom>
          <a:solidFill>
            <a:srgbClr val="C00000"/>
          </a:solidFill>
          <a:ln w="8573">
            <a:solidFill>
              <a:schemeClr val="tx1"/>
            </a:solidFill>
            <a:prstDash val="solid"/>
          </a:ln>
        </p:spPr>
      </p:sp>
      <p:sp>
        <p:nvSpPr>
          <p:cNvPr id="716" name="QUEUE_uav_2_queue_cell_1">
            <a:extLst>
              <a:ext uri="{FF2B5EF4-FFF2-40B4-BE49-F238E27FC236}">
                <a16:creationId xmlns:a16="http://schemas.microsoft.com/office/drawing/2014/main" id="{FF565B59-B22F-5502-5565-C411D7EB989C}"/>
              </a:ext>
            </a:extLst>
          </p:cNvPr>
          <p:cNvSpPr>
            <a:spLocks noGrp="1"/>
          </p:cNvSpPr>
          <p:nvPr/>
        </p:nvSpPr>
        <p:spPr>
          <a:xfrm flipV="1">
            <a:off x="4508667" y="6014385"/>
            <a:ext cx="65064" cy="45719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17" name="QUEUE_uav_2_queue_cell_2">
            <a:extLst>
              <a:ext uri="{FF2B5EF4-FFF2-40B4-BE49-F238E27FC236}">
                <a16:creationId xmlns:a16="http://schemas.microsoft.com/office/drawing/2014/main" id="{9B39522B-C02F-A1C4-18B6-0EA4B9865696}"/>
              </a:ext>
            </a:extLst>
          </p:cNvPr>
          <p:cNvSpPr>
            <a:spLocks noGrp="1"/>
          </p:cNvSpPr>
          <p:nvPr/>
        </p:nvSpPr>
        <p:spPr>
          <a:xfrm flipV="1">
            <a:off x="4508667" y="5938522"/>
            <a:ext cx="65064" cy="45719"/>
          </a:xfrm>
          <a:prstGeom prst="roundRect">
            <a:avLst>
              <a:gd name="adj" fmla="val 20833"/>
            </a:avLst>
          </a:prstGeom>
          <a:solidFill>
            <a:schemeClr val="accent6">
              <a:lumMod val="20000"/>
              <a:lumOff val="80000"/>
            </a:schemeClr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18" name="QUEUE_uav_2_queue_cell_3">
            <a:extLst>
              <a:ext uri="{FF2B5EF4-FFF2-40B4-BE49-F238E27FC236}">
                <a16:creationId xmlns:a16="http://schemas.microsoft.com/office/drawing/2014/main" id="{EA250055-E231-39B2-AC66-4C89A5445C6C}"/>
              </a:ext>
            </a:extLst>
          </p:cNvPr>
          <p:cNvSpPr>
            <a:spLocks noGrp="1"/>
          </p:cNvSpPr>
          <p:nvPr/>
        </p:nvSpPr>
        <p:spPr>
          <a:xfrm flipV="1">
            <a:off x="4508667" y="5862659"/>
            <a:ext cx="65064" cy="45719"/>
          </a:xfrm>
          <a:prstGeom prst="roundRect">
            <a:avLst>
              <a:gd name="adj" fmla="val 20833"/>
            </a:avLst>
          </a:prstGeom>
          <a:solidFill>
            <a:schemeClr val="accent6">
              <a:lumMod val="40000"/>
              <a:lumOff val="60000"/>
            </a:schemeClr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22" name="文本框 721">
            <a:extLst>
              <a:ext uri="{FF2B5EF4-FFF2-40B4-BE49-F238E27FC236}">
                <a16:creationId xmlns:a16="http://schemas.microsoft.com/office/drawing/2014/main" id="{6C40C4EB-427C-8996-9227-0040881D6844}"/>
              </a:ext>
            </a:extLst>
          </p:cNvPr>
          <p:cNvSpPr txBox="1"/>
          <p:nvPr/>
        </p:nvSpPr>
        <p:spPr>
          <a:xfrm>
            <a:off x="4113608" y="5667316"/>
            <a:ext cx="7754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Processed</a:t>
            </a:r>
            <a:endParaRPr lang="fr-FR" altLang="zh-CN" sz="9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723" name="矩形 722">
            <a:extLst>
              <a:ext uri="{FF2B5EF4-FFF2-40B4-BE49-F238E27FC236}">
                <a16:creationId xmlns:a16="http://schemas.microsoft.com/office/drawing/2014/main" id="{9D0223AF-DCB1-37A3-D3AE-F13E25434B32}"/>
              </a:ext>
            </a:extLst>
          </p:cNvPr>
          <p:cNvSpPr>
            <a:spLocks noGrp="1"/>
          </p:cNvSpPr>
          <p:nvPr/>
        </p:nvSpPr>
        <p:spPr>
          <a:xfrm>
            <a:off x="7074103" y="579943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24" name="obs-panel">
            <a:extLst>
              <a:ext uri="{FF2B5EF4-FFF2-40B4-BE49-F238E27FC236}">
                <a16:creationId xmlns:a16="http://schemas.microsoft.com/office/drawing/2014/main" id="{16477BD7-EE20-1399-476B-F267051B1F8C}"/>
              </a:ext>
            </a:extLst>
          </p:cNvPr>
          <p:cNvSpPr/>
          <p:nvPr/>
        </p:nvSpPr>
        <p:spPr>
          <a:xfrm>
            <a:off x="6976162" y="6227606"/>
            <a:ext cx="1809939" cy="43170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973857355">
                  <a:custGeom>
                    <a:avLst/>
                    <a:gdLst>
                      <a:gd name="csX0" fmla="*/ 0 w 4923895"/>
                      <a:gd name="csY0" fmla="*/ 0 h 647947"/>
                      <a:gd name="csX1" fmla="*/ 596338 w 4923895"/>
                      <a:gd name="csY1" fmla="*/ 0 h 647947"/>
                      <a:gd name="csX2" fmla="*/ 1143438 w 4923895"/>
                      <a:gd name="csY2" fmla="*/ 0 h 647947"/>
                      <a:gd name="csX3" fmla="*/ 1641298 w 4923895"/>
                      <a:gd name="csY3" fmla="*/ 0 h 647947"/>
                      <a:gd name="csX4" fmla="*/ 2188398 w 4923895"/>
                      <a:gd name="csY4" fmla="*/ 0 h 647947"/>
                      <a:gd name="csX5" fmla="*/ 2686258 w 4923895"/>
                      <a:gd name="csY5" fmla="*/ 0 h 647947"/>
                      <a:gd name="csX6" fmla="*/ 3331836 w 4923895"/>
                      <a:gd name="csY6" fmla="*/ 0 h 647947"/>
                      <a:gd name="csX7" fmla="*/ 3731218 w 4923895"/>
                      <a:gd name="csY7" fmla="*/ 0 h 647947"/>
                      <a:gd name="csX8" fmla="*/ 4130601 w 4923895"/>
                      <a:gd name="csY8" fmla="*/ 0 h 647947"/>
                      <a:gd name="csX9" fmla="*/ 4923895 w 4923895"/>
                      <a:gd name="csY9" fmla="*/ 0 h 647947"/>
                      <a:gd name="csX10" fmla="*/ 4923895 w 4923895"/>
                      <a:gd name="csY10" fmla="*/ 330453 h 647947"/>
                      <a:gd name="csX11" fmla="*/ 4923895 w 4923895"/>
                      <a:gd name="csY11" fmla="*/ 647947 h 647947"/>
                      <a:gd name="csX12" fmla="*/ 4327557 w 4923895"/>
                      <a:gd name="csY12" fmla="*/ 647947 h 647947"/>
                      <a:gd name="csX13" fmla="*/ 3928174 w 4923895"/>
                      <a:gd name="csY13" fmla="*/ 647947 h 647947"/>
                      <a:gd name="csX14" fmla="*/ 3381075 w 4923895"/>
                      <a:gd name="csY14" fmla="*/ 647947 h 647947"/>
                      <a:gd name="csX15" fmla="*/ 2735497 w 4923895"/>
                      <a:gd name="csY15" fmla="*/ 647947 h 647947"/>
                      <a:gd name="csX16" fmla="*/ 2336115 w 4923895"/>
                      <a:gd name="csY16" fmla="*/ 647947 h 647947"/>
                      <a:gd name="csX17" fmla="*/ 1936732 w 4923895"/>
                      <a:gd name="csY17" fmla="*/ 647947 h 647947"/>
                      <a:gd name="csX18" fmla="*/ 1537349 w 4923895"/>
                      <a:gd name="csY18" fmla="*/ 647947 h 647947"/>
                      <a:gd name="csX19" fmla="*/ 1088728 w 4923895"/>
                      <a:gd name="csY19" fmla="*/ 647947 h 647947"/>
                      <a:gd name="csX20" fmla="*/ 541628 w 4923895"/>
                      <a:gd name="csY20" fmla="*/ 647947 h 647947"/>
                      <a:gd name="csX21" fmla="*/ 0 w 4923895"/>
                      <a:gd name="csY21" fmla="*/ 647947 h 647947"/>
                      <a:gd name="csX22" fmla="*/ 0 w 4923895"/>
                      <a:gd name="csY22" fmla="*/ 317494 h 647947"/>
                      <a:gd name="csX23" fmla="*/ 0 w 4923895"/>
                      <a:gd name="csY23" fmla="*/ 0 h 64794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</a:cxnLst>
                    <a:rect l="l" t="t" r="r" b="b"/>
                    <a:pathLst>
                      <a:path w="4923895" h="647947" extrusionOk="0">
                        <a:moveTo>
                          <a:pt x="0" y="0"/>
                        </a:moveTo>
                        <a:cubicBezTo>
                          <a:pt x="218768" y="-26988"/>
                          <a:pt x="338625" y="69810"/>
                          <a:pt x="596338" y="0"/>
                        </a:cubicBezTo>
                        <a:cubicBezTo>
                          <a:pt x="854051" y="-69810"/>
                          <a:pt x="986620" y="260"/>
                          <a:pt x="1143438" y="0"/>
                        </a:cubicBezTo>
                        <a:cubicBezTo>
                          <a:pt x="1300256" y="-260"/>
                          <a:pt x="1503700" y="34145"/>
                          <a:pt x="1641298" y="0"/>
                        </a:cubicBezTo>
                        <a:cubicBezTo>
                          <a:pt x="1778896" y="-34145"/>
                          <a:pt x="1960463" y="34430"/>
                          <a:pt x="2188398" y="0"/>
                        </a:cubicBezTo>
                        <a:cubicBezTo>
                          <a:pt x="2416333" y="-34430"/>
                          <a:pt x="2549215" y="10864"/>
                          <a:pt x="2686258" y="0"/>
                        </a:cubicBezTo>
                        <a:cubicBezTo>
                          <a:pt x="2823301" y="-10864"/>
                          <a:pt x="3029266" y="70108"/>
                          <a:pt x="3331836" y="0"/>
                        </a:cubicBezTo>
                        <a:cubicBezTo>
                          <a:pt x="3634406" y="-70108"/>
                          <a:pt x="3621766" y="13757"/>
                          <a:pt x="3731218" y="0"/>
                        </a:cubicBezTo>
                        <a:cubicBezTo>
                          <a:pt x="3840670" y="-13757"/>
                          <a:pt x="3963491" y="33720"/>
                          <a:pt x="4130601" y="0"/>
                        </a:cubicBezTo>
                        <a:cubicBezTo>
                          <a:pt x="4297711" y="-33720"/>
                          <a:pt x="4701200" y="71242"/>
                          <a:pt x="4923895" y="0"/>
                        </a:cubicBezTo>
                        <a:cubicBezTo>
                          <a:pt x="4936078" y="86497"/>
                          <a:pt x="4923571" y="198855"/>
                          <a:pt x="4923895" y="330453"/>
                        </a:cubicBezTo>
                        <a:cubicBezTo>
                          <a:pt x="4924219" y="462051"/>
                          <a:pt x="4900770" y="492661"/>
                          <a:pt x="4923895" y="647947"/>
                        </a:cubicBezTo>
                        <a:cubicBezTo>
                          <a:pt x="4694694" y="715906"/>
                          <a:pt x="4556012" y="610233"/>
                          <a:pt x="4327557" y="647947"/>
                        </a:cubicBezTo>
                        <a:cubicBezTo>
                          <a:pt x="4099102" y="685661"/>
                          <a:pt x="4036543" y="630369"/>
                          <a:pt x="3928174" y="647947"/>
                        </a:cubicBezTo>
                        <a:cubicBezTo>
                          <a:pt x="3819805" y="665525"/>
                          <a:pt x="3503823" y="630133"/>
                          <a:pt x="3381075" y="647947"/>
                        </a:cubicBezTo>
                        <a:cubicBezTo>
                          <a:pt x="3258327" y="665761"/>
                          <a:pt x="2955249" y="628773"/>
                          <a:pt x="2735497" y="647947"/>
                        </a:cubicBezTo>
                        <a:cubicBezTo>
                          <a:pt x="2515745" y="667121"/>
                          <a:pt x="2516049" y="615849"/>
                          <a:pt x="2336115" y="647947"/>
                        </a:cubicBezTo>
                        <a:cubicBezTo>
                          <a:pt x="2156181" y="680045"/>
                          <a:pt x="2039815" y="638305"/>
                          <a:pt x="1936732" y="647947"/>
                        </a:cubicBezTo>
                        <a:cubicBezTo>
                          <a:pt x="1833649" y="657589"/>
                          <a:pt x="1716180" y="636893"/>
                          <a:pt x="1537349" y="647947"/>
                        </a:cubicBezTo>
                        <a:cubicBezTo>
                          <a:pt x="1358518" y="659001"/>
                          <a:pt x="1287617" y="606893"/>
                          <a:pt x="1088728" y="647947"/>
                        </a:cubicBezTo>
                        <a:cubicBezTo>
                          <a:pt x="889839" y="689001"/>
                          <a:pt x="657409" y="593683"/>
                          <a:pt x="541628" y="647947"/>
                        </a:cubicBezTo>
                        <a:cubicBezTo>
                          <a:pt x="425847" y="702211"/>
                          <a:pt x="140908" y="630546"/>
                          <a:pt x="0" y="647947"/>
                        </a:cubicBezTo>
                        <a:cubicBezTo>
                          <a:pt x="-14785" y="575710"/>
                          <a:pt x="13221" y="462075"/>
                          <a:pt x="0" y="317494"/>
                        </a:cubicBezTo>
                        <a:cubicBezTo>
                          <a:pt x="-13221" y="172913"/>
                          <a:pt x="6532" y="13501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25" name="文本框 724">
            <a:extLst>
              <a:ext uri="{FF2B5EF4-FFF2-40B4-BE49-F238E27FC236}">
                <a16:creationId xmlns:a16="http://schemas.microsoft.com/office/drawing/2014/main" id="{0A6DD996-00F3-E46E-613D-16E0E520E19F}"/>
              </a:ext>
            </a:extLst>
          </p:cNvPr>
          <p:cNvSpPr txBox="1"/>
          <p:nvPr/>
        </p:nvSpPr>
        <p:spPr>
          <a:xfrm>
            <a:off x="7168096" y="6295922"/>
            <a:ext cx="1457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Next</a:t>
            </a:r>
            <a:r>
              <a:rPr lang="zh-CN" alt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Observation</a:t>
            </a:r>
            <a:endParaRPr lang="fr-FR" altLang="zh-CN" sz="1200" b="1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726" name="右箭头 725">
            <a:extLst>
              <a:ext uri="{FF2B5EF4-FFF2-40B4-BE49-F238E27FC236}">
                <a16:creationId xmlns:a16="http://schemas.microsoft.com/office/drawing/2014/main" id="{A481E705-67BB-A3BC-B6FF-BF9A1D5BCA78}"/>
              </a:ext>
            </a:extLst>
          </p:cNvPr>
          <p:cNvSpPr/>
          <p:nvPr/>
        </p:nvSpPr>
        <p:spPr>
          <a:xfrm>
            <a:off x="8597783" y="6221527"/>
            <a:ext cx="512493" cy="445262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4FCFF">
              <a:alpha val="50000"/>
            </a:srgbClr>
          </a:solidFill>
          <a:ln>
            <a:solidFill>
              <a:srgbClr val="9AC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7" name="obs-panel">
            <a:extLst>
              <a:ext uri="{FF2B5EF4-FFF2-40B4-BE49-F238E27FC236}">
                <a16:creationId xmlns:a16="http://schemas.microsoft.com/office/drawing/2014/main" id="{7C309599-9452-E0C6-1222-BDFF7BCDD068}"/>
              </a:ext>
            </a:extLst>
          </p:cNvPr>
          <p:cNvSpPr>
            <a:spLocks/>
          </p:cNvSpPr>
          <p:nvPr/>
        </p:nvSpPr>
        <p:spPr>
          <a:xfrm>
            <a:off x="7413994" y="2447494"/>
            <a:ext cx="1490027" cy="28478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dash"/>
          </a:ln>
        </p:spPr>
      </p:sp>
      <p:sp>
        <p:nvSpPr>
          <p:cNvPr id="598" name="右箭头 597">
            <a:extLst>
              <a:ext uri="{FF2B5EF4-FFF2-40B4-BE49-F238E27FC236}">
                <a16:creationId xmlns:a16="http://schemas.microsoft.com/office/drawing/2014/main" id="{48B3F4A0-166B-C7D0-B810-16F1AD6DE688}"/>
              </a:ext>
            </a:extLst>
          </p:cNvPr>
          <p:cNvSpPr/>
          <p:nvPr/>
        </p:nvSpPr>
        <p:spPr>
          <a:xfrm rot="16200000">
            <a:off x="6634143" y="3875176"/>
            <a:ext cx="2567790" cy="410026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4FCFF">
              <a:alpha val="50000"/>
            </a:srgbClr>
          </a:solidFill>
          <a:ln>
            <a:solidFill>
              <a:srgbClr val="9AC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8" name="文本框 727">
            <a:extLst>
              <a:ext uri="{FF2B5EF4-FFF2-40B4-BE49-F238E27FC236}">
                <a16:creationId xmlns:a16="http://schemas.microsoft.com/office/drawing/2014/main" id="{3F7FE66D-15BB-9305-7D02-EA26CF994EA5}"/>
              </a:ext>
            </a:extLst>
          </p:cNvPr>
          <p:cNvSpPr txBox="1"/>
          <p:nvPr/>
        </p:nvSpPr>
        <p:spPr>
          <a:xfrm>
            <a:off x="7684324" y="2477716"/>
            <a:ext cx="9541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Rollout</a:t>
            </a:r>
            <a:r>
              <a:rPr lang="fr-FR" altLang="zh-CN" sz="9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Buffer</a:t>
            </a:r>
          </a:p>
        </p:txBody>
      </p:sp>
      <p:sp>
        <p:nvSpPr>
          <p:cNvPr id="729" name="obs-panel">
            <a:extLst>
              <a:ext uri="{FF2B5EF4-FFF2-40B4-BE49-F238E27FC236}">
                <a16:creationId xmlns:a16="http://schemas.microsoft.com/office/drawing/2014/main" id="{A0790D7B-D5A3-DE54-9EAA-7CAC0217FDB5}"/>
              </a:ext>
            </a:extLst>
          </p:cNvPr>
          <p:cNvSpPr>
            <a:spLocks/>
          </p:cNvSpPr>
          <p:nvPr/>
        </p:nvSpPr>
        <p:spPr>
          <a:xfrm>
            <a:off x="7413995" y="1560512"/>
            <a:ext cx="1489420" cy="80838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dash"/>
          </a:ln>
        </p:spPr>
      </p:sp>
      <p:sp>
        <p:nvSpPr>
          <p:cNvPr id="730" name="文本框 729">
            <a:extLst>
              <a:ext uri="{FF2B5EF4-FFF2-40B4-BE49-F238E27FC236}">
                <a16:creationId xmlns:a16="http://schemas.microsoft.com/office/drawing/2014/main" id="{24D29A9D-88B0-91D2-ECE0-14FCE837640A}"/>
              </a:ext>
            </a:extLst>
          </p:cNvPr>
          <p:cNvSpPr txBox="1"/>
          <p:nvPr/>
        </p:nvSpPr>
        <p:spPr>
          <a:xfrm>
            <a:off x="7480481" y="1560513"/>
            <a:ext cx="1345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Global relation graph</a:t>
            </a:r>
          </a:p>
        </p:txBody>
      </p:sp>
      <p:sp>
        <p:nvSpPr>
          <p:cNvPr id="732" name="椭圆 731">
            <a:extLst>
              <a:ext uri="{FF2B5EF4-FFF2-40B4-BE49-F238E27FC236}">
                <a16:creationId xmlns:a16="http://schemas.microsoft.com/office/drawing/2014/main" id="{EE77106D-C1B8-A6FD-26C8-A1E4E447A957}"/>
              </a:ext>
            </a:extLst>
          </p:cNvPr>
          <p:cNvSpPr/>
          <p:nvPr/>
        </p:nvSpPr>
        <p:spPr>
          <a:xfrm flipV="1">
            <a:off x="7902263" y="2067843"/>
            <a:ext cx="45719" cy="48005"/>
          </a:xfrm>
          <a:prstGeom prst="ellipse">
            <a:avLst/>
          </a:prstGeom>
          <a:solidFill>
            <a:srgbClr val="9ACADC"/>
          </a:solidFill>
          <a:ln w="9525">
            <a:solidFill>
              <a:srgbClr val="2978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3" name="三角形 732">
            <a:extLst>
              <a:ext uri="{FF2B5EF4-FFF2-40B4-BE49-F238E27FC236}">
                <a16:creationId xmlns:a16="http://schemas.microsoft.com/office/drawing/2014/main" id="{3E4287A4-E12B-2F9A-8A70-F8B435D8589C}"/>
              </a:ext>
            </a:extLst>
          </p:cNvPr>
          <p:cNvSpPr/>
          <p:nvPr/>
        </p:nvSpPr>
        <p:spPr>
          <a:xfrm>
            <a:off x="7899723" y="2258829"/>
            <a:ext cx="73025" cy="45719"/>
          </a:xfrm>
          <a:prstGeom prst="triangle">
            <a:avLst/>
          </a:prstGeom>
          <a:solidFill>
            <a:srgbClr val="FFFAF7"/>
          </a:solidFill>
          <a:ln w="6350">
            <a:solidFill>
              <a:srgbClr val="E978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34" name="直线连接符 733">
            <a:extLst>
              <a:ext uri="{FF2B5EF4-FFF2-40B4-BE49-F238E27FC236}">
                <a16:creationId xmlns:a16="http://schemas.microsoft.com/office/drawing/2014/main" id="{EE4E317B-5DA5-657A-4943-EAB27745FFA8}"/>
              </a:ext>
            </a:extLst>
          </p:cNvPr>
          <p:cNvCxnSpPr>
            <a:cxnSpLocks/>
            <a:stCxn id="738" idx="3"/>
            <a:endCxn id="740" idx="1"/>
          </p:cNvCxnSpPr>
          <p:nvPr/>
        </p:nvCxnSpPr>
        <p:spPr>
          <a:xfrm flipV="1">
            <a:off x="8146582" y="2110382"/>
            <a:ext cx="34486" cy="188122"/>
          </a:xfrm>
          <a:prstGeom prst="line">
            <a:avLst/>
          </a:prstGeom>
          <a:ln w="6350">
            <a:solidFill>
              <a:srgbClr val="C9242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直线连接符 734">
            <a:extLst>
              <a:ext uri="{FF2B5EF4-FFF2-40B4-BE49-F238E27FC236}">
                <a16:creationId xmlns:a16="http://schemas.microsoft.com/office/drawing/2014/main" id="{AE53396D-9EFD-4866-2AA5-520EDC6CC78D}"/>
              </a:ext>
            </a:extLst>
          </p:cNvPr>
          <p:cNvCxnSpPr>
            <a:cxnSpLocks/>
            <a:stCxn id="733" idx="0"/>
            <a:endCxn id="732" idx="0"/>
          </p:cNvCxnSpPr>
          <p:nvPr/>
        </p:nvCxnSpPr>
        <p:spPr>
          <a:xfrm flipH="1" flipV="1">
            <a:off x="7925123" y="2115848"/>
            <a:ext cx="11113" cy="142981"/>
          </a:xfrm>
          <a:prstGeom prst="line">
            <a:avLst/>
          </a:prstGeom>
          <a:ln w="6350">
            <a:solidFill>
              <a:srgbClr val="C9242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6" name="直线连接符 735">
            <a:extLst>
              <a:ext uri="{FF2B5EF4-FFF2-40B4-BE49-F238E27FC236}">
                <a16:creationId xmlns:a16="http://schemas.microsoft.com/office/drawing/2014/main" id="{EC6C7019-454B-99CE-C57F-D56B589AE446}"/>
              </a:ext>
            </a:extLst>
          </p:cNvPr>
          <p:cNvCxnSpPr>
            <a:cxnSpLocks/>
            <a:stCxn id="737" idx="5"/>
            <a:endCxn id="732" idx="1"/>
          </p:cNvCxnSpPr>
          <p:nvPr/>
        </p:nvCxnSpPr>
        <p:spPr>
          <a:xfrm flipV="1">
            <a:off x="7751153" y="2108818"/>
            <a:ext cx="157805" cy="168511"/>
          </a:xfrm>
          <a:prstGeom prst="line">
            <a:avLst/>
          </a:prstGeom>
          <a:ln w="6350">
            <a:solidFill>
              <a:srgbClr val="C9242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7" name="三角形 736">
            <a:extLst>
              <a:ext uri="{FF2B5EF4-FFF2-40B4-BE49-F238E27FC236}">
                <a16:creationId xmlns:a16="http://schemas.microsoft.com/office/drawing/2014/main" id="{B321E833-1E24-6AC0-80E8-419A08FC5E6F}"/>
              </a:ext>
            </a:extLst>
          </p:cNvPr>
          <p:cNvSpPr/>
          <p:nvPr/>
        </p:nvSpPr>
        <p:spPr>
          <a:xfrm>
            <a:off x="7696384" y="2254469"/>
            <a:ext cx="73025" cy="45719"/>
          </a:xfrm>
          <a:prstGeom prst="triangle">
            <a:avLst/>
          </a:prstGeom>
          <a:solidFill>
            <a:srgbClr val="FFFAF7"/>
          </a:solidFill>
          <a:ln w="6350">
            <a:solidFill>
              <a:srgbClr val="E978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8" name="三角形 737">
            <a:extLst>
              <a:ext uri="{FF2B5EF4-FFF2-40B4-BE49-F238E27FC236}">
                <a16:creationId xmlns:a16="http://schemas.microsoft.com/office/drawing/2014/main" id="{E5D66D59-2D83-AA9E-65B5-3B44298A63B1}"/>
              </a:ext>
            </a:extLst>
          </p:cNvPr>
          <p:cNvSpPr/>
          <p:nvPr/>
        </p:nvSpPr>
        <p:spPr>
          <a:xfrm>
            <a:off x="8110069" y="2252785"/>
            <a:ext cx="73025" cy="45719"/>
          </a:xfrm>
          <a:prstGeom prst="triangle">
            <a:avLst/>
          </a:prstGeom>
          <a:solidFill>
            <a:srgbClr val="FFFAF7"/>
          </a:solidFill>
          <a:ln w="6350">
            <a:solidFill>
              <a:srgbClr val="E978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0" name="椭圆 739">
            <a:extLst>
              <a:ext uri="{FF2B5EF4-FFF2-40B4-BE49-F238E27FC236}">
                <a16:creationId xmlns:a16="http://schemas.microsoft.com/office/drawing/2014/main" id="{7EF4DDD2-F77D-1451-D1B4-683B857D3123}"/>
              </a:ext>
            </a:extLst>
          </p:cNvPr>
          <p:cNvSpPr/>
          <p:nvPr/>
        </p:nvSpPr>
        <p:spPr>
          <a:xfrm flipV="1">
            <a:off x="8174373" y="2069407"/>
            <a:ext cx="45719" cy="48005"/>
          </a:xfrm>
          <a:prstGeom prst="ellipse">
            <a:avLst/>
          </a:prstGeom>
          <a:solidFill>
            <a:srgbClr val="9ACADC"/>
          </a:solidFill>
          <a:ln w="9525">
            <a:solidFill>
              <a:srgbClr val="2978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1" name="矩形 740">
            <a:extLst>
              <a:ext uri="{FF2B5EF4-FFF2-40B4-BE49-F238E27FC236}">
                <a16:creationId xmlns:a16="http://schemas.microsoft.com/office/drawing/2014/main" id="{05E2AC75-64FA-F5E0-5F3C-B8BEF8222E41}"/>
              </a:ext>
            </a:extLst>
          </p:cNvPr>
          <p:cNvSpPr/>
          <p:nvPr/>
        </p:nvSpPr>
        <p:spPr>
          <a:xfrm>
            <a:off x="7995097" y="1772564"/>
            <a:ext cx="73025" cy="45719"/>
          </a:xfrm>
          <a:prstGeom prst="rect">
            <a:avLst/>
          </a:prstGeom>
          <a:solidFill>
            <a:srgbClr val="D4CCED"/>
          </a:solidFill>
          <a:ln w="6350">
            <a:solidFill>
              <a:srgbClr val="8160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2" name="矩形 741">
            <a:extLst>
              <a:ext uri="{FF2B5EF4-FFF2-40B4-BE49-F238E27FC236}">
                <a16:creationId xmlns:a16="http://schemas.microsoft.com/office/drawing/2014/main" id="{DF596A2E-5407-A3FB-6019-DCF676320487}"/>
              </a:ext>
            </a:extLst>
          </p:cNvPr>
          <p:cNvSpPr/>
          <p:nvPr/>
        </p:nvSpPr>
        <p:spPr>
          <a:xfrm>
            <a:off x="8167070" y="1743270"/>
            <a:ext cx="73025" cy="45719"/>
          </a:xfrm>
          <a:prstGeom prst="rect">
            <a:avLst/>
          </a:prstGeom>
          <a:solidFill>
            <a:srgbClr val="D4CCED"/>
          </a:solidFill>
          <a:ln w="6350">
            <a:solidFill>
              <a:srgbClr val="8160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3" name="矩形 742">
            <a:extLst>
              <a:ext uri="{FF2B5EF4-FFF2-40B4-BE49-F238E27FC236}">
                <a16:creationId xmlns:a16="http://schemas.microsoft.com/office/drawing/2014/main" id="{9FA18F74-05AE-E4E4-4A3A-2BB4115AABF3}"/>
              </a:ext>
            </a:extLst>
          </p:cNvPr>
          <p:cNvSpPr/>
          <p:nvPr/>
        </p:nvSpPr>
        <p:spPr>
          <a:xfrm>
            <a:off x="8349110" y="1784545"/>
            <a:ext cx="73025" cy="45719"/>
          </a:xfrm>
          <a:prstGeom prst="rect">
            <a:avLst/>
          </a:prstGeom>
          <a:solidFill>
            <a:srgbClr val="D4CCED"/>
          </a:solidFill>
          <a:ln w="6350">
            <a:solidFill>
              <a:srgbClr val="8160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44" name="直线连接符 743">
            <a:extLst>
              <a:ext uri="{FF2B5EF4-FFF2-40B4-BE49-F238E27FC236}">
                <a16:creationId xmlns:a16="http://schemas.microsoft.com/office/drawing/2014/main" id="{ED006886-3E39-09CF-CAA4-5932B141055A}"/>
              </a:ext>
            </a:extLst>
          </p:cNvPr>
          <p:cNvCxnSpPr>
            <a:cxnSpLocks/>
            <a:stCxn id="743" idx="2"/>
            <a:endCxn id="740" idx="5"/>
          </p:cNvCxnSpPr>
          <p:nvPr/>
        </p:nvCxnSpPr>
        <p:spPr>
          <a:xfrm flipH="1">
            <a:off x="8213397" y="1830264"/>
            <a:ext cx="172226" cy="246173"/>
          </a:xfrm>
          <a:prstGeom prst="line">
            <a:avLst/>
          </a:prstGeom>
          <a:ln w="6350">
            <a:solidFill>
              <a:srgbClr val="C9242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直线连接符 744">
            <a:extLst>
              <a:ext uri="{FF2B5EF4-FFF2-40B4-BE49-F238E27FC236}">
                <a16:creationId xmlns:a16="http://schemas.microsoft.com/office/drawing/2014/main" id="{6E7D9CF5-AB0D-035A-895C-10EC6482903B}"/>
              </a:ext>
            </a:extLst>
          </p:cNvPr>
          <p:cNvCxnSpPr>
            <a:cxnSpLocks/>
            <a:endCxn id="740" idx="4"/>
          </p:cNvCxnSpPr>
          <p:nvPr/>
        </p:nvCxnSpPr>
        <p:spPr>
          <a:xfrm flipH="1">
            <a:off x="8197233" y="1791614"/>
            <a:ext cx="6350" cy="277793"/>
          </a:xfrm>
          <a:prstGeom prst="line">
            <a:avLst/>
          </a:prstGeom>
          <a:ln w="6350">
            <a:solidFill>
              <a:srgbClr val="C9242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直线连接符 745">
            <a:extLst>
              <a:ext uri="{FF2B5EF4-FFF2-40B4-BE49-F238E27FC236}">
                <a16:creationId xmlns:a16="http://schemas.microsoft.com/office/drawing/2014/main" id="{2A595F83-57FE-D5B3-BDC9-706002394D37}"/>
              </a:ext>
            </a:extLst>
          </p:cNvPr>
          <p:cNvCxnSpPr>
            <a:cxnSpLocks/>
            <a:stCxn id="741" idx="2"/>
            <a:endCxn id="740" idx="3"/>
          </p:cNvCxnSpPr>
          <p:nvPr/>
        </p:nvCxnSpPr>
        <p:spPr>
          <a:xfrm>
            <a:off x="8031610" y="1818283"/>
            <a:ext cx="149458" cy="258154"/>
          </a:xfrm>
          <a:prstGeom prst="line">
            <a:avLst/>
          </a:prstGeom>
          <a:ln w="6350">
            <a:solidFill>
              <a:srgbClr val="C9242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8" name="三角形 747">
            <a:extLst>
              <a:ext uri="{FF2B5EF4-FFF2-40B4-BE49-F238E27FC236}">
                <a16:creationId xmlns:a16="http://schemas.microsoft.com/office/drawing/2014/main" id="{2CDF103D-A690-28E4-EA0E-70D189CFFB9B}"/>
              </a:ext>
            </a:extLst>
          </p:cNvPr>
          <p:cNvSpPr/>
          <p:nvPr/>
        </p:nvSpPr>
        <p:spPr>
          <a:xfrm>
            <a:off x="8304647" y="2255654"/>
            <a:ext cx="73025" cy="45719"/>
          </a:xfrm>
          <a:prstGeom prst="triangle">
            <a:avLst/>
          </a:prstGeom>
          <a:solidFill>
            <a:srgbClr val="FFFAF7"/>
          </a:solidFill>
          <a:ln w="6350">
            <a:solidFill>
              <a:srgbClr val="E978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9" name="三角形 748">
            <a:extLst>
              <a:ext uri="{FF2B5EF4-FFF2-40B4-BE49-F238E27FC236}">
                <a16:creationId xmlns:a16="http://schemas.microsoft.com/office/drawing/2014/main" id="{684D9CDF-7890-50B4-74F1-3BBA984A7EF8}"/>
              </a:ext>
            </a:extLst>
          </p:cNvPr>
          <p:cNvSpPr/>
          <p:nvPr/>
        </p:nvSpPr>
        <p:spPr>
          <a:xfrm>
            <a:off x="8514993" y="2249610"/>
            <a:ext cx="73025" cy="45719"/>
          </a:xfrm>
          <a:prstGeom prst="triangle">
            <a:avLst/>
          </a:prstGeom>
          <a:solidFill>
            <a:srgbClr val="FFFAF7"/>
          </a:solidFill>
          <a:ln w="6350">
            <a:solidFill>
              <a:srgbClr val="E978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51" name="直线连接符 750">
            <a:extLst>
              <a:ext uri="{FF2B5EF4-FFF2-40B4-BE49-F238E27FC236}">
                <a16:creationId xmlns:a16="http://schemas.microsoft.com/office/drawing/2014/main" id="{C91FC068-E192-2189-CEDE-148E6A983A18}"/>
              </a:ext>
            </a:extLst>
          </p:cNvPr>
          <p:cNvCxnSpPr>
            <a:cxnSpLocks/>
            <a:stCxn id="740" idx="0"/>
            <a:endCxn id="748" idx="1"/>
          </p:cNvCxnSpPr>
          <p:nvPr/>
        </p:nvCxnSpPr>
        <p:spPr>
          <a:xfrm>
            <a:off x="8197233" y="2117412"/>
            <a:ext cx="125670" cy="161102"/>
          </a:xfrm>
          <a:prstGeom prst="line">
            <a:avLst/>
          </a:prstGeom>
          <a:ln w="6350">
            <a:solidFill>
              <a:srgbClr val="C9242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4" name="直线连接符 753">
            <a:extLst>
              <a:ext uri="{FF2B5EF4-FFF2-40B4-BE49-F238E27FC236}">
                <a16:creationId xmlns:a16="http://schemas.microsoft.com/office/drawing/2014/main" id="{E0C823FB-8140-0B13-2626-874BE3F70B20}"/>
              </a:ext>
            </a:extLst>
          </p:cNvPr>
          <p:cNvCxnSpPr>
            <a:cxnSpLocks/>
            <a:stCxn id="740" idx="7"/>
            <a:endCxn id="749" idx="1"/>
          </p:cNvCxnSpPr>
          <p:nvPr/>
        </p:nvCxnSpPr>
        <p:spPr>
          <a:xfrm>
            <a:off x="8213397" y="2110382"/>
            <a:ext cx="319852" cy="162088"/>
          </a:xfrm>
          <a:prstGeom prst="line">
            <a:avLst/>
          </a:prstGeom>
          <a:ln w="6350">
            <a:solidFill>
              <a:srgbClr val="C9242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直线连接符 756">
            <a:extLst>
              <a:ext uri="{FF2B5EF4-FFF2-40B4-BE49-F238E27FC236}">
                <a16:creationId xmlns:a16="http://schemas.microsoft.com/office/drawing/2014/main" id="{7D9D6443-B37D-3CA8-C150-05A35CB5A80C}"/>
              </a:ext>
            </a:extLst>
          </p:cNvPr>
          <p:cNvCxnSpPr>
            <a:cxnSpLocks/>
            <a:stCxn id="741" idx="2"/>
            <a:endCxn id="732" idx="5"/>
          </p:cNvCxnSpPr>
          <p:nvPr/>
        </p:nvCxnSpPr>
        <p:spPr>
          <a:xfrm flipH="1">
            <a:off x="7941287" y="1818283"/>
            <a:ext cx="90323" cy="256590"/>
          </a:xfrm>
          <a:prstGeom prst="line">
            <a:avLst/>
          </a:prstGeom>
          <a:ln w="6350">
            <a:solidFill>
              <a:srgbClr val="C9242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0" name="矩形 759">
            <a:extLst>
              <a:ext uri="{FF2B5EF4-FFF2-40B4-BE49-F238E27FC236}">
                <a16:creationId xmlns:a16="http://schemas.microsoft.com/office/drawing/2014/main" id="{63BC61A9-1A1B-386B-BF5A-E9176DCA2AF1}"/>
              </a:ext>
            </a:extLst>
          </p:cNvPr>
          <p:cNvSpPr/>
          <p:nvPr/>
        </p:nvSpPr>
        <p:spPr>
          <a:xfrm>
            <a:off x="7776545" y="1803462"/>
            <a:ext cx="73025" cy="45719"/>
          </a:xfrm>
          <a:prstGeom prst="rect">
            <a:avLst/>
          </a:prstGeom>
          <a:solidFill>
            <a:srgbClr val="D4CCED"/>
          </a:solidFill>
          <a:ln w="6350">
            <a:solidFill>
              <a:srgbClr val="8160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61" name="直线连接符 760">
            <a:extLst>
              <a:ext uri="{FF2B5EF4-FFF2-40B4-BE49-F238E27FC236}">
                <a16:creationId xmlns:a16="http://schemas.microsoft.com/office/drawing/2014/main" id="{9AD45713-77CE-B19F-FFF3-9609E355C920}"/>
              </a:ext>
            </a:extLst>
          </p:cNvPr>
          <p:cNvCxnSpPr>
            <a:cxnSpLocks/>
            <a:stCxn id="760" idx="2"/>
            <a:endCxn id="732" idx="3"/>
          </p:cNvCxnSpPr>
          <p:nvPr/>
        </p:nvCxnSpPr>
        <p:spPr>
          <a:xfrm>
            <a:off x="7813058" y="1849181"/>
            <a:ext cx="95900" cy="225692"/>
          </a:xfrm>
          <a:prstGeom prst="line">
            <a:avLst/>
          </a:prstGeom>
          <a:ln w="6350">
            <a:solidFill>
              <a:srgbClr val="C9242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直线连接符 763">
            <a:extLst>
              <a:ext uri="{FF2B5EF4-FFF2-40B4-BE49-F238E27FC236}">
                <a16:creationId xmlns:a16="http://schemas.microsoft.com/office/drawing/2014/main" id="{B129C535-FD6E-FA6B-839B-71941CB09C73}"/>
              </a:ext>
            </a:extLst>
          </p:cNvPr>
          <p:cNvCxnSpPr>
            <a:cxnSpLocks/>
            <a:stCxn id="732" idx="6"/>
            <a:endCxn id="740" idx="2"/>
          </p:cNvCxnSpPr>
          <p:nvPr/>
        </p:nvCxnSpPr>
        <p:spPr>
          <a:xfrm>
            <a:off x="7947982" y="2091845"/>
            <a:ext cx="226391" cy="1564"/>
          </a:xfrm>
          <a:prstGeom prst="line">
            <a:avLst/>
          </a:prstGeom>
          <a:ln w="6350">
            <a:solidFill>
              <a:srgbClr val="C9242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7" name="文本框 766">
            <a:extLst>
              <a:ext uri="{FF2B5EF4-FFF2-40B4-BE49-F238E27FC236}">
                <a16:creationId xmlns:a16="http://schemas.microsoft.com/office/drawing/2014/main" id="{EB4EC121-737C-E19E-9141-DE69171E1030}"/>
              </a:ext>
            </a:extLst>
          </p:cNvPr>
          <p:cNvSpPr txBox="1"/>
          <p:nvPr/>
        </p:nvSpPr>
        <p:spPr>
          <a:xfrm>
            <a:off x="7894836" y="493484"/>
            <a:ext cx="4796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Critic</a:t>
            </a:r>
            <a:endParaRPr lang="fr-FR" altLang="zh-CN" sz="900" b="1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grpSp>
        <p:nvGrpSpPr>
          <p:cNvPr id="803" name="组合 802">
            <a:extLst>
              <a:ext uri="{FF2B5EF4-FFF2-40B4-BE49-F238E27FC236}">
                <a16:creationId xmlns:a16="http://schemas.microsoft.com/office/drawing/2014/main" id="{035520FE-568F-100F-C24F-DDBE3B57D3A6}"/>
              </a:ext>
            </a:extLst>
          </p:cNvPr>
          <p:cNvGrpSpPr/>
          <p:nvPr/>
        </p:nvGrpSpPr>
        <p:grpSpPr>
          <a:xfrm>
            <a:off x="8252495" y="818069"/>
            <a:ext cx="330529" cy="431158"/>
            <a:chOff x="7629120" y="817970"/>
            <a:chExt cx="330529" cy="431158"/>
          </a:xfrm>
        </p:grpSpPr>
        <p:sp>
          <p:nvSpPr>
            <p:cNvPr id="769" name="椭圆 768">
              <a:extLst>
                <a:ext uri="{FF2B5EF4-FFF2-40B4-BE49-F238E27FC236}">
                  <a16:creationId xmlns:a16="http://schemas.microsoft.com/office/drawing/2014/main" id="{7F9FE57D-E817-4EEC-92EA-F08A34369679}"/>
                </a:ext>
              </a:extLst>
            </p:cNvPr>
            <p:cNvSpPr/>
            <p:nvPr/>
          </p:nvSpPr>
          <p:spPr>
            <a:xfrm flipV="1">
              <a:off x="7629120" y="817970"/>
              <a:ext cx="45719" cy="4800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70" name="椭圆 769">
              <a:extLst>
                <a:ext uri="{FF2B5EF4-FFF2-40B4-BE49-F238E27FC236}">
                  <a16:creationId xmlns:a16="http://schemas.microsoft.com/office/drawing/2014/main" id="{CD3C843D-59F3-D6A8-F7E7-A896ED8AB227}"/>
                </a:ext>
              </a:extLst>
            </p:cNvPr>
            <p:cNvSpPr/>
            <p:nvPr/>
          </p:nvSpPr>
          <p:spPr>
            <a:xfrm flipV="1">
              <a:off x="7913930" y="879859"/>
              <a:ext cx="45719" cy="4800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771" name="直线连接符 770">
              <a:extLst>
                <a:ext uri="{FF2B5EF4-FFF2-40B4-BE49-F238E27FC236}">
                  <a16:creationId xmlns:a16="http://schemas.microsoft.com/office/drawing/2014/main" id="{9020F278-779B-3A70-539C-2A02EFB49C03}"/>
                </a:ext>
              </a:extLst>
            </p:cNvPr>
            <p:cNvCxnSpPr>
              <a:cxnSpLocks/>
              <a:stCxn id="769" idx="6"/>
              <a:endCxn id="770" idx="2"/>
            </p:cNvCxnSpPr>
            <p:nvPr/>
          </p:nvCxnSpPr>
          <p:spPr>
            <a:xfrm>
              <a:off x="7674839" y="841972"/>
              <a:ext cx="239091" cy="61889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8" name="椭圆 777">
              <a:extLst>
                <a:ext uri="{FF2B5EF4-FFF2-40B4-BE49-F238E27FC236}">
                  <a16:creationId xmlns:a16="http://schemas.microsoft.com/office/drawing/2014/main" id="{D22F6689-E96A-ECC6-D535-799E0D13CEF7}"/>
                </a:ext>
              </a:extLst>
            </p:cNvPr>
            <p:cNvSpPr/>
            <p:nvPr/>
          </p:nvSpPr>
          <p:spPr>
            <a:xfrm flipV="1">
              <a:off x="7629120" y="945688"/>
              <a:ext cx="45719" cy="4800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79" name="椭圆 778">
              <a:extLst>
                <a:ext uri="{FF2B5EF4-FFF2-40B4-BE49-F238E27FC236}">
                  <a16:creationId xmlns:a16="http://schemas.microsoft.com/office/drawing/2014/main" id="{0048C8C2-F67A-8F43-F811-1F84DBE6CC08}"/>
                </a:ext>
              </a:extLst>
            </p:cNvPr>
            <p:cNvSpPr/>
            <p:nvPr/>
          </p:nvSpPr>
          <p:spPr>
            <a:xfrm flipV="1">
              <a:off x="7913930" y="1003113"/>
              <a:ext cx="45719" cy="4800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780" name="直线连接符 779">
              <a:extLst>
                <a:ext uri="{FF2B5EF4-FFF2-40B4-BE49-F238E27FC236}">
                  <a16:creationId xmlns:a16="http://schemas.microsoft.com/office/drawing/2014/main" id="{801CBE76-C140-4501-6E46-72A51AD2DAD4}"/>
                </a:ext>
              </a:extLst>
            </p:cNvPr>
            <p:cNvCxnSpPr>
              <a:cxnSpLocks/>
              <a:stCxn id="778" idx="6"/>
              <a:endCxn id="779" idx="2"/>
            </p:cNvCxnSpPr>
            <p:nvPr/>
          </p:nvCxnSpPr>
          <p:spPr>
            <a:xfrm>
              <a:off x="7674839" y="969690"/>
              <a:ext cx="239091" cy="57425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1" name="椭圆 780">
              <a:extLst>
                <a:ext uri="{FF2B5EF4-FFF2-40B4-BE49-F238E27FC236}">
                  <a16:creationId xmlns:a16="http://schemas.microsoft.com/office/drawing/2014/main" id="{BEA629B2-DA9E-6226-934F-6D7F453A55B2}"/>
                </a:ext>
              </a:extLst>
            </p:cNvPr>
            <p:cNvSpPr/>
            <p:nvPr/>
          </p:nvSpPr>
          <p:spPr>
            <a:xfrm flipV="1">
              <a:off x="7629120" y="1073406"/>
              <a:ext cx="45719" cy="4800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82" name="椭圆 781">
              <a:extLst>
                <a:ext uri="{FF2B5EF4-FFF2-40B4-BE49-F238E27FC236}">
                  <a16:creationId xmlns:a16="http://schemas.microsoft.com/office/drawing/2014/main" id="{EE914FF1-DAEF-2471-7718-F94BF56E21D4}"/>
                </a:ext>
              </a:extLst>
            </p:cNvPr>
            <p:cNvSpPr/>
            <p:nvPr/>
          </p:nvSpPr>
          <p:spPr>
            <a:xfrm flipV="1">
              <a:off x="7913930" y="1132717"/>
              <a:ext cx="45719" cy="4800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783" name="直线连接符 782">
              <a:extLst>
                <a:ext uri="{FF2B5EF4-FFF2-40B4-BE49-F238E27FC236}">
                  <a16:creationId xmlns:a16="http://schemas.microsoft.com/office/drawing/2014/main" id="{C3D15A93-787B-C9B6-29FB-99CA60EB9CD4}"/>
                </a:ext>
              </a:extLst>
            </p:cNvPr>
            <p:cNvCxnSpPr>
              <a:cxnSpLocks/>
              <a:stCxn id="781" idx="6"/>
              <a:endCxn id="782" idx="2"/>
            </p:cNvCxnSpPr>
            <p:nvPr/>
          </p:nvCxnSpPr>
          <p:spPr>
            <a:xfrm>
              <a:off x="7674839" y="1097408"/>
              <a:ext cx="239091" cy="59311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4" name="椭圆 783">
              <a:extLst>
                <a:ext uri="{FF2B5EF4-FFF2-40B4-BE49-F238E27FC236}">
                  <a16:creationId xmlns:a16="http://schemas.microsoft.com/office/drawing/2014/main" id="{56399898-F301-5D42-9B78-AC66240CE34F}"/>
                </a:ext>
              </a:extLst>
            </p:cNvPr>
            <p:cNvSpPr/>
            <p:nvPr/>
          </p:nvSpPr>
          <p:spPr>
            <a:xfrm flipV="1">
              <a:off x="7629120" y="1201123"/>
              <a:ext cx="45719" cy="4800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785" name="直线连接符 784">
              <a:extLst>
                <a:ext uri="{FF2B5EF4-FFF2-40B4-BE49-F238E27FC236}">
                  <a16:creationId xmlns:a16="http://schemas.microsoft.com/office/drawing/2014/main" id="{43F35D34-62C2-5B9C-7939-C0A7617FD650}"/>
                </a:ext>
              </a:extLst>
            </p:cNvPr>
            <p:cNvCxnSpPr>
              <a:cxnSpLocks/>
              <a:endCxn id="782" idx="2"/>
            </p:cNvCxnSpPr>
            <p:nvPr/>
          </p:nvCxnSpPr>
          <p:spPr>
            <a:xfrm flipV="1">
              <a:off x="7670971" y="1156719"/>
              <a:ext cx="242959" cy="68627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直线连接符 785">
              <a:extLst>
                <a:ext uri="{FF2B5EF4-FFF2-40B4-BE49-F238E27FC236}">
                  <a16:creationId xmlns:a16="http://schemas.microsoft.com/office/drawing/2014/main" id="{B622D5FE-BF11-81F6-6AA9-ED42B36779CF}"/>
                </a:ext>
              </a:extLst>
            </p:cNvPr>
            <p:cNvCxnSpPr>
              <a:cxnSpLocks/>
              <a:stCxn id="778" idx="6"/>
              <a:endCxn id="782" idx="2"/>
            </p:cNvCxnSpPr>
            <p:nvPr/>
          </p:nvCxnSpPr>
          <p:spPr>
            <a:xfrm>
              <a:off x="7674839" y="969690"/>
              <a:ext cx="239091" cy="187029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直线连接符 786">
              <a:extLst>
                <a:ext uri="{FF2B5EF4-FFF2-40B4-BE49-F238E27FC236}">
                  <a16:creationId xmlns:a16="http://schemas.microsoft.com/office/drawing/2014/main" id="{23BA0E52-261B-50C2-456F-B26AE1F0750D}"/>
                </a:ext>
              </a:extLst>
            </p:cNvPr>
            <p:cNvCxnSpPr>
              <a:cxnSpLocks/>
              <a:stCxn id="769" idx="6"/>
            </p:cNvCxnSpPr>
            <p:nvPr/>
          </p:nvCxnSpPr>
          <p:spPr>
            <a:xfrm>
              <a:off x="7674839" y="841972"/>
              <a:ext cx="235223" cy="186923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直线连接符 792">
              <a:extLst>
                <a:ext uri="{FF2B5EF4-FFF2-40B4-BE49-F238E27FC236}">
                  <a16:creationId xmlns:a16="http://schemas.microsoft.com/office/drawing/2014/main" id="{C83D378E-CC0D-7A8E-828A-8804579664A4}"/>
                </a:ext>
              </a:extLst>
            </p:cNvPr>
            <p:cNvCxnSpPr>
              <a:cxnSpLocks/>
              <a:stCxn id="781" idx="6"/>
              <a:endCxn id="779" idx="2"/>
            </p:cNvCxnSpPr>
            <p:nvPr/>
          </p:nvCxnSpPr>
          <p:spPr>
            <a:xfrm flipV="1">
              <a:off x="7674839" y="1027115"/>
              <a:ext cx="239091" cy="70293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直线连接符 799">
              <a:extLst>
                <a:ext uri="{FF2B5EF4-FFF2-40B4-BE49-F238E27FC236}">
                  <a16:creationId xmlns:a16="http://schemas.microsoft.com/office/drawing/2014/main" id="{3A0202E2-CD7A-8F5B-463B-997703A4C717}"/>
                </a:ext>
              </a:extLst>
            </p:cNvPr>
            <p:cNvCxnSpPr>
              <a:cxnSpLocks/>
              <a:stCxn id="784" idx="6"/>
              <a:endCxn id="770" idx="2"/>
            </p:cNvCxnSpPr>
            <p:nvPr/>
          </p:nvCxnSpPr>
          <p:spPr>
            <a:xfrm flipV="1">
              <a:off x="7674839" y="903861"/>
              <a:ext cx="239091" cy="321264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4" name="右箭头 803">
            <a:extLst>
              <a:ext uri="{FF2B5EF4-FFF2-40B4-BE49-F238E27FC236}">
                <a16:creationId xmlns:a16="http://schemas.microsoft.com/office/drawing/2014/main" id="{9A5BA234-1FCF-5A16-8D85-E3126B9F9439}"/>
              </a:ext>
            </a:extLst>
          </p:cNvPr>
          <p:cNvSpPr/>
          <p:nvPr/>
        </p:nvSpPr>
        <p:spPr>
          <a:xfrm rot="16200000">
            <a:off x="8298794" y="1839386"/>
            <a:ext cx="1214743" cy="163514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4FCFF">
              <a:alpha val="50000"/>
            </a:srgbClr>
          </a:solidFill>
          <a:ln>
            <a:solidFill>
              <a:srgbClr val="9AC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844" name="组合 843">
            <a:extLst>
              <a:ext uri="{FF2B5EF4-FFF2-40B4-BE49-F238E27FC236}">
                <a16:creationId xmlns:a16="http://schemas.microsoft.com/office/drawing/2014/main" id="{CF7A44BA-8F45-DBE5-8968-FA65D0B1B216}"/>
              </a:ext>
            </a:extLst>
          </p:cNvPr>
          <p:cNvGrpSpPr/>
          <p:nvPr/>
        </p:nvGrpSpPr>
        <p:grpSpPr>
          <a:xfrm>
            <a:off x="7958010" y="759838"/>
            <a:ext cx="176636" cy="569536"/>
            <a:chOff x="7821744" y="736890"/>
            <a:chExt cx="176636" cy="569536"/>
          </a:xfrm>
        </p:grpSpPr>
        <p:grpSp>
          <p:nvGrpSpPr>
            <p:cNvPr id="806" name="组合 805">
              <a:extLst>
                <a:ext uri="{FF2B5EF4-FFF2-40B4-BE49-F238E27FC236}">
                  <a16:creationId xmlns:a16="http://schemas.microsoft.com/office/drawing/2014/main" id="{C543A890-C6E9-54D8-24DA-A9938BA539CB}"/>
                </a:ext>
              </a:extLst>
            </p:cNvPr>
            <p:cNvGrpSpPr/>
            <p:nvPr/>
          </p:nvGrpSpPr>
          <p:grpSpPr>
            <a:xfrm>
              <a:off x="7821744" y="736890"/>
              <a:ext cx="176636" cy="162160"/>
              <a:chOff x="7629120" y="945688"/>
              <a:chExt cx="330529" cy="303440"/>
            </a:xfrm>
          </p:grpSpPr>
          <p:sp>
            <p:nvSpPr>
              <p:cNvPr id="810" name="椭圆 809">
                <a:extLst>
                  <a:ext uri="{FF2B5EF4-FFF2-40B4-BE49-F238E27FC236}">
                    <a16:creationId xmlns:a16="http://schemas.microsoft.com/office/drawing/2014/main" id="{F2F5A0AE-2CE3-8AAA-F7BB-53751138BF30}"/>
                  </a:ext>
                </a:extLst>
              </p:cNvPr>
              <p:cNvSpPr/>
              <p:nvPr/>
            </p:nvSpPr>
            <p:spPr>
              <a:xfrm flipV="1">
                <a:off x="7629120" y="945688"/>
                <a:ext cx="45719" cy="480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11" name="椭圆 810">
                <a:extLst>
                  <a:ext uri="{FF2B5EF4-FFF2-40B4-BE49-F238E27FC236}">
                    <a16:creationId xmlns:a16="http://schemas.microsoft.com/office/drawing/2014/main" id="{94A14BEA-6524-E9C8-439B-38EE73BD56ED}"/>
                  </a:ext>
                </a:extLst>
              </p:cNvPr>
              <p:cNvSpPr/>
              <p:nvPr/>
            </p:nvSpPr>
            <p:spPr>
              <a:xfrm flipV="1">
                <a:off x="7913930" y="1003113"/>
                <a:ext cx="45719" cy="480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812" name="直线连接符 811">
                <a:extLst>
                  <a:ext uri="{FF2B5EF4-FFF2-40B4-BE49-F238E27FC236}">
                    <a16:creationId xmlns:a16="http://schemas.microsoft.com/office/drawing/2014/main" id="{3488012B-4BA0-8677-53B9-8C9724C74836}"/>
                  </a:ext>
                </a:extLst>
              </p:cNvPr>
              <p:cNvCxnSpPr>
                <a:cxnSpLocks/>
                <a:stCxn id="810" idx="6"/>
                <a:endCxn id="811" idx="2"/>
              </p:cNvCxnSpPr>
              <p:nvPr/>
            </p:nvCxnSpPr>
            <p:spPr>
              <a:xfrm>
                <a:off x="7674839" y="969690"/>
                <a:ext cx="239091" cy="57425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3" name="椭圆 812">
                <a:extLst>
                  <a:ext uri="{FF2B5EF4-FFF2-40B4-BE49-F238E27FC236}">
                    <a16:creationId xmlns:a16="http://schemas.microsoft.com/office/drawing/2014/main" id="{898C3628-442B-1306-A65A-48DC2D44E4B6}"/>
                  </a:ext>
                </a:extLst>
              </p:cNvPr>
              <p:cNvSpPr/>
              <p:nvPr/>
            </p:nvSpPr>
            <p:spPr>
              <a:xfrm flipV="1">
                <a:off x="7629120" y="1073406"/>
                <a:ext cx="45719" cy="480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14" name="椭圆 813">
                <a:extLst>
                  <a:ext uri="{FF2B5EF4-FFF2-40B4-BE49-F238E27FC236}">
                    <a16:creationId xmlns:a16="http://schemas.microsoft.com/office/drawing/2014/main" id="{0B7D3637-7C73-31D2-A68D-01D44C1529EC}"/>
                  </a:ext>
                </a:extLst>
              </p:cNvPr>
              <p:cNvSpPr/>
              <p:nvPr/>
            </p:nvSpPr>
            <p:spPr>
              <a:xfrm flipV="1">
                <a:off x="7913930" y="1132717"/>
                <a:ext cx="45719" cy="480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815" name="直线连接符 814">
                <a:extLst>
                  <a:ext uri="{FF2B5EF4-FFF2-40B4-BE49-F238E27FC236}">
                    <a16:creationId xmlns:a16="http://schemas.microsoft.com/office/drawing/2014/main" id="{F978DD8F-4B9D-FFEE-DB97-B8E9D41F2556}"/>
                  </a:ext>
                </a:extLst>
              </p:cNvPr>
              <p:cNvCxnSpPr>
                <a:cxnSpLocks/>
                <a:stCxn id="813" idx="6"/>
                <a:endCxn id="814" idx="2"/>
              </p:cNvCxnSpPr>
              <p:nvPr/>
            </p:nvCxnSpPr>
            <p:spPr>
              <a:xfrm>
                <a:off x="7674839" y="1097408"/>
                <a:ext cx="239091" cy="59311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6" name="椭圆 815">
                <a:extLst>
                  <a:ext uri="{FF2B5EF4-FFF2-40B4-BE49-F238E27FC236}">
                    <a16:creationId xmlns:a16="http://schemas.microsoft.com/office/drawing/2014/main" id="{69B3047A-8C70-5549-83A9-D1AC441CA6F0}"/>
                  </a:ext>
                </a:extLst>
              </p:cNvPr>
              <p:cNvSpPr/>
              <p:nvPr/>
            </p:nvSpPr>
            <p:spPr>
              <a:xfrm flipV="1">
                <a:off x="7629120" y="1201123"/>
                <a:ext cx="45719" cy="480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817" name="直线连接符 816">
                <a:extLst>
                  <a:ext uri="{FF2B5EF4-FFF2-40B4-BE49-F238E27FC236}">
                    <a16:creationId xmlns:a16="http://schemas.microsoft.com/office/drawing/2014/main" id="{229E4524-BCE6-57FF-B180-26C96BE7D6D7}"/>
                  </a:ext>
                </a:extLst>
              </p:cNvPr>
              <p:cNvCxnSpPr>
                <a:cxnSpLocks/>
                <a:endCxn id="814" idx="2"/>
              </p:cNvCxnSpPr>
              <p:nvPr/>
            </p:nvCxnSpPr>
            <p:spPr>
              <a:xfrm flipV="1">
                <a:off x="7670971" y="1156719"/>
                <a:ext cx="242959" cy="68627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8" name="直线连接符 817">
                <a:extLst>
                  <a:ext uri="{FF2B5EF4-FFF2-40B4-BE49-F238E27FC236}">
                    <a16:creationId xmlns:a16="http://schemas.microsoft.com/office/drawing/2014/main" id="{3E213DCE-AC38-BF58-3653-F1F371CDB45A}"/>
                  </a:ext>
                </a:extLst>
              </p:cNvPr>
              <p:cNvCxnSpPr>
                <a:cxnSpLocks/>
                <a:stCxn id="810" idx="6"/>
                <a:endCxn id="814" idx="2"/>
              </p:cNvCxnSpPr>
              <p:nvPr/>
            </p:nvCxnSpPr>
            <p:spPr>
              <a:xfrm>
                <a:off x="7674839" y="969690"/>
                <a:ext cx="239091" cy="187029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" name="直线连接符 819">
                <a:extLst>
                  <a:ext uri="{FF2B5EF4-FFF2-40B4-BE49-F238E27FC236}">
                    <a16:creationId xmlns:a16="http://schemas.microsoft.com/office/drawing/2014/main" id="{987AEC52-6A2C-EE4A-9507-067905184D2A}"/>
                  </a:ext>
                </a:extLst>
              </p:cNvPr>
              <p:cNvCxnSpPr>
                <a:cxnSpLocks/>
                <a:stCxn id="813" idx="6"/>
                <a:endCxn id="811" idx="2"/>
              </p:cNvCxnSpPr>
              <p:nvPr/>
            </p:nvCxnSpPr>
            <p:spPr>
              <a:xfrm flipV="1">
                <a:off x="7674839" y="1027115"/>
                <a:ext cx="239091" cy="70293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2" name="组合 821">
              <a:extLst>
                <a:ext uri="{FF2B5EF4-FFF2-40B4-BE49-F238E27FC236}">
                  <a16:creationId xmlns:a16="http://schemas.microsoft.com/office/drawing/2014/main" id="{C53D9CD8-00E1-B0BC-0EBF-C3C25746C3D0}"/>
                </a:ext>
              </a:extLst>
            </p:cNvPr>
            <p:cNvGrpSpPr/>
            <p:nvPr/>
          </p:nvGrpSpPr>
          <p:grpSpPr>
            <a:xfrm>
              <a:off x="7821744" y="941180"/>
              <a:ext cx="176636" cy="162160"/>
              <a:chOff x="7629120" y="945688"/>
              <a:chExt cx="330529" cy="303440"/>
            </a:xfrm>
          </p:grpSpPr>
          <p:sp>
            <p:nvSpPr>
              <p:cNvPr id="823" name="椭圆 822">
                <a:extLst>
                  <a:ext uri="{FF2B5EF4-FFF2-40B4-BE49-F238E27FC236}">
                    <a16:creationId xmlns:a16="http://schemas.microsoft.com/office/drawing/2014/main" id="{266BAA8E-F647-93A9-5DB3-60A961DB337A}"/>
                  </a:ext>
                </a:extLst>
              </p:cNvPr>
              <p:cNvSpPr/>
              <p:nvPr/>
            </p:nvSpPr>
            <p:spPr>
              <a:xfrm flipV="1">
                <a:off x="7629120" y="945688"/>
                <a:ext cx="45719" cy="480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24" name="椭圆 823">
                <a:extLst>
                  <a:ext uri="{FF2B5EF4-FFF2-40B4-BE49-F238E27FC236}">
                    <a16:creationId xmlns:a16="http://schemas.microsoft.com/office/drawing/2014/main" id="{2DBAA883-7AB3-2464-63EB-61A8D862144E}"/>
                  </a:ext>
                </a:extLst>
              </p:cNvPr>
              <p:cNvSpPr/>
              <p:nvPr/>
            </p:nvSpPr>
            <p:spPr>
              <a:xfrm flipV="1">
                <a:off x="7913930" y="1003113"/>
                <a:ext cx="45719" cy="480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825" name="直线连接符 824">
                <a:extLst>
                  <a:ext uri="{FF2B5EF4-FFF2-40B4-BE49-F238E27FC236}">
                    <a16:creationId xmlns:a16="http://schemas.microsoft.com/office/drawing/2014/main" id="{C280F87C-5BE9-E9D2-E246-81ACAF4C2BC6}"/>
                  </a:ext>
                </a:extLst>
              </p:cNvPr>
              <p:cNvCxnSpPr>
                <a:cxnSpLocks/>
                <a:stCxn id="823" idx="6"/>
                <a:endCxn id="824" idx="2"/>
              </p:cNvCxnSpPr>
              <p:nvPr/>
            </p:nvCxnSpPr>
            <p:spPr>
              <a:xfrm>
                <a:off x="7674839" y="969690"/>
                <a:ext cx="239091" cy="57425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6" name="椭圆 825">
                <a:extLst>
                  <a:ext uri="{FF2B5EF4-FFF2-40B4-BE49-F238E27FC236}">
                    <a16:creationId xmlns:a16="http://schemas.microsoft.com/office/drawing/2014/main" id="{86CE5941-573C-69A8-8870-E9360EA97B9C}"/>
                  </a:ext>
                </a:extLst>
              </p:cNvPr>
              <p:cNvSpPr/>
              <p:nvPr/>
            </p:nvSpPr>
            <p:spPr>
              <a:xfrm flipV="1">
                <a:off x="7629120" y="1073406"/>
                <a:ext cx="45719" cy="480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27" name="椭圆 826">
                <a:extLst>
                  <a:ext uri="{FF2B5EF4-FFF2-40B4-BE49-F238E27FC236}">
                    <a16:creationId xmlns:a16="http://schemas.microsoft.com/office/drawing/2014/main" id="{321DD93B-D353-3A8D-A6BD-D062D4D3B937}"/>
                  </a:ext>
                </a:extLst>
              </p:cNvPr>
              <p:cNvSpPr/>
              <p:nvPr/>
            </p:nvSpPr>
            <p:spPr>
              <a:xfrm flipV="1">
                <a:off x="7913930" y="1132717"/>
                <a:ext cx="45719" cy="480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828" name="直线连接符 827">
                <a:extLst>
                  <a:ext uri="{FF2B5EF4-FFF2-40B4-BE49-F238E27FC236}">
                    <a16:creationId xmlns:a16="http://schemas.microsoft.com/office/drawing/2014/main" id="{B5A1BB9F-178A-18BC-3BD3-7D0CA8E17860}"/>
                  </a:ext>
                </a:extLst>
              </p:cNvPr>
              <p:cNvCxnSpPr>
                <a:cxnSpLocks/>
                <a:stCxn id="826" idx="6"/>
                <a:endCxn id="827" idx="2"/>
              </p:cNvCxnSpPr>
              <p:nvPr/>
            </p:nvCxnSpPr>
            <p:spPr>
              <a:xfrm>
                <a:off x="7674839" y="1097408"/>
                <a:ext cx="239091" cy="59311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9" name="椭圆 828">
                <a:extLst>
                  <a:ext uri="{FF2B5EF4-FFF2-40B4-BE49-F238E27FC236}">
                    <a16:creationId xmlns:a16="http://schemas.microsoft.com/office/drawing/2014/main" id="{5993B60D-C642-BE59-7675-F18ADE990B0D}"/>
                  </a:ext>
                </a:extLst>
              </p:cNvPr>
              <p:cNvSpPr/>
              <p:nvPr/>
            </p:nvSpPr>
            <p:spPr>
              <a:xfrm flipV="1">
                <a:off x="7629120" y="1201123"/>
                <a:ext cx="45719" cy="480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830" name="直线连接符 829">
                <a:extLst>
                  <a:ext uri="{FF2B5EF4-FFF2-40B4-BE49-F238E27FC236}">
                    <a16:creationId xmlns:a16="http://schemas.microsoft.com/office/drawing/2014/main" id="{4DA13CD6-BE04-8942-33E3-D01C6C48D5B7}"/>
                  </a:ext>
                </a:extLst>
              </p:cNvPr>
              <p:cNvCxnSpPr>
                <a:cxnSpLocks/>
                <a:endCxn id="827" idx="2"/>
              </p:cNvCxnSpPr>
              <p:nvPr/>
            </p:nvCxnSpPr>
            <p:spPr>
              <a:xfrm flipV="1">
                <a:off x="7670971" y="1156719"/>
                <a:ext cx="242959" cy="68627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1" name="直线连接符 830">
                <a:extLst>
                  <a:ext uri="{FF2B5EF4-FFF2-40B4-BE49-F238E27FC236}">
                    <a16:creationId xmlns:a16="http://schemas.microsoft.com/office/drawing/2014/main" id="{7D1BC76E-3844-C34F-05BF-E90308C157F0}"/>
                  </a:ext>
                </a:extLst>
              </p:cNvPr>
              <p:cNvCxnSpPr>
                <a:cxnSpLocks/>
                <a:stCxn id="823" idx="6"/>
                <a:endCxn id="827" idx="2"/>
              </p:cNvCxnSpPr>
              <p:nvPr/>
            </p:nvCxnSpPr>
            <p:spPr>
              <a:xfrm>
                <a:off x="7674839" y="969690"/>
                <a:ext cx="239091" cy="187029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2" name="直线连接符 831">
                <a:extLst>
                  <a:ext uri="{FF2B5EF4-FFF2-40B4-BE49-F238E27FC236}">
                    <a16:creationId xmlns:a16="http://schemas.microsoft.com/office/drawing/2014/main" id="{9F22FB33-E8DD-F880-E1F8-73392DFCA9AD}"/>
                  </a:ext>
                </a:extLst>
              </p:cNvPr>
              <p:cNvCxnSpPr>
                <a:cxnSpLocks/>
                <a:stCxn id="826" idx="6"/>
                <a:endCxn id="824" idx="2"/>
              </p:cNvCxnSpPr>
              <p:nvPr/>
            </p:nvCxnSpPr>
            <p:spPr>
              <a:xfrm flipV="1">
                <a:off x="7674839" y="1027115"/>
                <a:ext cx="239091" cy="70293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3" name="组合 832">
              <a:extLst>
                <a:ext uri="{FF2B5EF4-FFF2-40B4-BE49-F238E27FC236}">
                  <a16:creationId xmlns:a16="http://schemas.microsoft.com/office/drawing/2014/main" id="{45CDAC72-F1B0-A730-DE72-BE66CB39A0CE}"/>
                </a:ext>
              </a:extLst>
            </p:cNvPr>
            <p:cNvGrpSpPr/>
            <p:nvPr/>
          </p:nvGrpSpPr>
          <p:grpSpPr>
            <a:xfrm>
              <a:off x="7821744" y="1144266"/>
              <a:ext cx="176636" cy="162160"/>
              <a:chOff x="7629120" y="945688"/>
              <a:chExt cx="330529" cy="303440"/>
            </a:xfrm>
          </p:grpSpPr>
          <p:sp>
            <p:nvSpPr>
              <p:cNvPr id="834" name="椭圆 833">
                <a:extLst>
                  <a:ext uri="{FF2B5EF4-FFF2-40B4-BE49-F238E27FC236}">
                    <a16:creationId xmlns:a16="http://schemas.microsoft.com/office/drawing/2014/main" id="{A262C7B1-B149-C7B9-CDCB-F24116FB5861}"/>
                  </a:ext>
                </a:extLst>
              </p:cNvPr>
              <p:cNvSpPr/>
              <p:nvPr/>
            </p:nvSpPr>
            <p:spPr>
              <a:xfrm flipV="1">
                <a:off x="7629120" y="945688"/>
                <a:ext cx="45719" cy="480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35" name="椭圆 834">
                <a:extLst>
                  <a:ext uri="{FF2B5EF4-FFF2-40B4-BE49-F238E27FC236}">
                    <a16:creationId xmlns:a16="http://schemas.microsoft.com/office/drawing/2014/main" id="{8B017E89-F175-FD8D-2DD3-C7FE7D549B75}"/>
                  </a:ext>
                </a:extLst>
              </p:cNvPr>
              <p:cNvSpPr/>
              <p:nvPr/>
            </p:nvSpPr>
            <p:spPr>
              <a:xfrm flipV="1">
                <a:off x="7913930" y="1003113"/>
                <a:ext cx="45719" cy="480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836" name="直线连接符 835">
                <a:extLst>
                  <a:ext uri="{FF2B5EF4-FFF2-40B4-BE49-F238E27FC236}">
                    <a16:creationId xmlns:a16="http://schemas.microsoft.com/office/drawing/2014/main" id="{83EEE05E-7C08-D00D-D206-1D74CFE00E2E}"/>
                  </a:ext>
                </a:extLst>
              </p:cNvPr>
              <p:cNvCxnSpPr>
                <a:cxnSpLocks/>
                <a:stCxn id="834" idx="6"/>
                <a:endCxn id="835" idx="2"/>
              </p:cNvCxnSpPr>
              <p:nvPr/>
            </p:nvCxnSpPr>
            <p:spPr>
              <a:xfrm>
                <a:off x="7674839" y="969690"/>
                <a:ext cx="239091" cy="57425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7" name="椭圆 836">
                <a:extLst>
                  <a:ext uri="{FF2B5EF4-FFF2-40B4-BE49-F238E27FC236}">
                    <a16:creationId xmlns:a16="http://schemas.microsoft.com/office/drawing/2014/main" id="{EC507F99-92ED-B75F-5E2D-691F115DFF4D}"/>
                  </a:ext>
                </a:extLst>
              </p:cNvPr>
              <p:cNvSpPr/>
              <p:nvPr/>
            </p:nvSpPr>
            <p:spPr>
              <a:xfrm flipV="1">
                <a:off x="7629120" y="1073406"/>
                <a:ext cx="45719" cy="480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38" name="椭圆 837">
                <a:extLst>
                  <a:ext uri="{FF2B5EF4-FFF2-40B4-BE49-F238E27FC236}">
                    <a16:creationId xmlns:a16="http://schemas.microsoft.com/office/drawing/2014/main" id="{18A26906-9B8C-1088-8D90-3A7CC4D58FA8}"/>
                  </a:ext>
                </a:extLst>
              </p:cNvPr>
              <p:cNvSpPr/>
              <p:nvPr/>
            </p:nvSpPr>
            <p:spPr>
              <a:xfrm flipV="1">
                <a:off x="7913930" y="1132717"/>
                <a:ext cx="45719" cy="480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839" name="直线连接符 838">
                <a:extLst>
                  <a:ext uri="{FF2B5EF4-FFF2-40B4-BE49-F238E27FC236}">
                    <a16:creationId xmlns:a16="http://schemas.microsoft.com/office/drawing/2014/main" id="{396BC31D-2384-48B2-CBB9-3E8C0167353A}"/>
                  </a:ext>
                </a:extLst>
              </p:cNvPr>
              <p:cNvCxnSpPr>
                <a:cxnSpLocks/>
                <a:stCxn id="837" idx="6"/>
                <a:endCxn id="838" idx="2"/>
              </p:cNvCxnSpPr>
              <p:nvPr/>
            </p:nvCxnSpPr>
            <p:spPr>
              <a:xfrm>
                <a:off x="7674839" y="1097408"/>
                <a:ext cx="239091" cy="59311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0" name="椭圆 839">
                <a:extLst>
                  <a:ext uri="{FF2B5EF4-FFF2-40B4-BE49-F238E27FC236}">
                    <a16:creationId xmlns:a16="http://schemas.microsoft.com/office/drawing/2014/main" id="{C2EDC243-9D07-93BC-E830-93938F89E208}"/>
                  </a:ext>
                </a:extLst>
              </p:cNvPr>
              <p:cNvSpPr/>
              <p:nvPr/>
            </p:nvSpPr>
            <p:spPr>
              <a:xfrm flipV="1">
                <a:off x="7629120" y="1201123"/>
                <a:ext cx="45719" cy="480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841" name="直线连接符 840">
                <a:extLst>
                  <a:ext uri="{FF2B5EF4-FFF2-40B4-BE49-F238E27FC236}">
                    <a16:creationId xmlns:a16="http://schemas.microsoft.com/office/drawing/2014/main" id="{F1632D81-15D8-476B-10AB-DAE655BEAE0F}"/>
                  </a:ext>
                </a:extLst>
              </p:cNvPr>
              <p:cNvCxnSpPr>
                <a:cxnSpLocks/>
                <a:endCxn id="838" idx="2"/>
              </p:cNvCxnSpPr>
              <p:nvPr/>
            </p:nvCxnSpPr>
            <p:spPr>
              <a:xfrm flipV="1">
                <a:off x="7670971" y="1156719"/>
                <a:ext cx="242959" cy="68627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2" name="直线连接符 841">
                <a:extLst>
                  <a:ext uri="{FF2B5EF4-FFF2-40B4-BE49-F238E27FC236}">
                    <a16:creationId xmlns:a16="http://schemas.microsoft.com/office/drawing/2014/main" id="{F2E5E35E-FFF1-C83A-2675-14E6A15482EA}"/>
                  </a:ext>
                </a:extLst>
              </p:cNvPr>
              <p:cNvCxnSpPr>
                <a:cxnSpLocks/>
                <a:stCxn id="834" idx="6"/>
                <a:endCxn id="838" idx="2"/>
              </p:cNvCxnSpPr>
              <p:nvPr/>
            </p:nvCxnSpPr>
            <p:spPr>
              <a:xfrm>
                <a:off x="7674839" y="969690"/>
                <a:ext cx="239091" cy="187029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3" name="直线连接符 842">
                <a:extLst>
                  <a:ext uri="{FF2B5EF4-FFF2-40B4-BE49-F238E27FC236}">
                    <a16:creationId xmlns:a16="http://schemas.microsoft.com/office/drawing/2014/main" id="{5288132F-C110-AEC1-70EA-358E7F3EA98F}"/>
                  </a:ext>
                </a:extLst>
              </p:cNvPr>
              <p:cNvCxnSpPr>
                <a:cxnSpLocks/>
                <a:stCxn id="837" idx="6"/>
                <a:endCxn id="835" idx="2"/>
              </p:cNvCxnSpPr>
              <p:nvPr/>
            </p:nvCxnSpPr>
            <p:spPr>
              <a:xfrm flipV="1">
                <a:off x="7674839" y="1027115"/>
                <a:ext cx="239091" cy="70293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45" name="矩形 844">
                <a:extLst>
                  <a:ext uri="{FF2B5EF4-FFF2-40B4-BE49-F238E27FC236}">
                    <a16:creationId xmlns:a16="http://schemas.microsoft.com/office/drawing/2014/main" id="{3906F1E2-48F0-495C-E8DD-BD3F30B9E02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87154" y="754467"/>
                <a:ext cx="208086" cy="186713"/>
              </a:xfrm>
              <a:prstGeom prst="rect">
                <a:avLst/>
              </a:prstGeom>
              <a:noFill/>
              <a:ln w="11430">
                <a:noFill/>
                <a:prstDash val="solid"/>
              </a:ln>
            </p:spPr>
            <p:txBody>
              <a:bodyPr wrap="square" lIns="38100" tIns="28575" rIns="38100" bIns="28575" anchor="ctr"/>
              <a:lstStyle/>
              <a:p>
                <a:pPr algn="ctr">
                  <a:defRPr sz="96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9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altLang="zh-CN" sz="9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𝑽</m:t>
                          </m:r>
                        </m:e>
                        <m:sup>
                          <m:r>
                            <a:rPr lang="en-US" altLang="zh-CN" sz="9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845" name="矩形 844">
                <a:extLst>
                  <a:ext uri="{FF2B5EF4-FFF2-40B4-BE49-F238E27FC236}">
                    <a16:creationId xmlns:a16="http://schemas.microsoft.com/office/drawing/2014/main" id="{3906F1E2-48F0-495C-E8DD-BD3F30B9E0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154" y="754467"/>
                <a:ext cx="208086" cy="186713"/>
              </a:xfrm>
              <a:prstGeom prst="rect">
                <a:avLst/>
              </a:prstGeom>
              <a:blipFill>
                <a:blip r:embed="rId21"/>
                <a:stretch>
                  <a:fillRect l="-17647" t="-6667" r="-29412" b="-26667"/>
                </a:stretch>
              </a:blipFill>
              <a:ln w="1143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8" name="矩形 847">
                <a:extLst>
                  <a:ext uri="{FF2B5EF4-FFF2-40B4-BE49-F238E27FC236}">
                    <a16:creationId xmlns:a16="http://schemas.microsoft.com/office/drawing/2014/main" id="{905F1835-F7CB-2009-D344-E850808A733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87154" y="958457"/>
                <a:ext cx="208086" cy="186713"/>
              </a:xfrm>
              <a:prstGeom prst="rect">
                <a:avLst/>
              </a:prstGeom>
              <a:noFill/>
              <a:ln w="11430">
                <a:noFill/>
                <a:prstDash val="solid"/>
              </a:ln>
            </p:spPr>
            <p:txBody>
              <a:bodyPr wrap="square" lIns="38100" tIns="28575" rIns="38100" bIns="28575" anchor="ctr"/>
              <a:lstStyle/>
              <a:p>
                <a:pPr algn="ctr">
                  <a:defRPr sz="96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9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altLang="zh-CN" sz="9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𝑽</m:t>
                          </m:r>
                        </m:e>
                        <m:sup>
                          <m:r>
                            <a:rPr lang="en-US" altLang="zh-CN" sz="9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𝒔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848" name="矩形 847">
                <a:extLst>
                  <a:ext uri="{FF2B5EF4-FFF2-40B4-BE49-F238E27FC236}">
                    <a16:creationId xmlns:a16="http://schemas.microsoft.com/office/drawing/2014/main" id="{905F1835-F7CB-2009-D344-E850808A7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154" y="958457"/>
                <a:ext cx="208086" cy="186713"/>
              </a:xfrm>
              <a:prstGeom prst="rect">
                <a:avLst/>
              </a:prstGeom>
              <a:blipFill>
                <a:blip r:embed="rId22"/>
                <a:stretch>
                  <a:fillRect l="-5882" t="-6250" r="-17647" b="-18750"/>
                </a:stretch>
              </a:blipFill>
              <a:ln w="1143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9" name="矩形 848">
                <a:extLst>
                  <a:ext uri="{FF2B5EF4-FFF2-40B4-BE49-F238E27FC236}">
                    <a16:creationId xmlns:a16="http://schemas.microsoft.com/office/drawing/2014/main" id="{4773A31A-8DEA-DC3E-F754-9C90C56E2A8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87154" y="1162446"/>
                <a:ext cx="208086" cy="186713"/>
              </a:xfrm>
              <a:prstGeom prst="rect">
                <a:avLst/>
              </a:prstGeom>
              <a:noFill/>
              <a:ln w="11430">
                <a:noFill/>
                <a:prstDash val="solid"/>
              </a:ln>
            </p:spPr>
            <p:txBody>
              <a:bodyPr wrap="square" lIns="38100" tIns="28575" rIns="38100" bIns="28575" anchor="ctr"/>
              <a:lstStyle/>
              <a:p>
                <a:pPr algn="ctr">
                  <a:defRPr sz="96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9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altLang="zh-CN" sz="9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𝑽</m:t>
                          </m:r>
                        </m:e>
                        <m:sup>
                          <m:r>
                            <a:rPr lang="en-US" altLang="zh-CN" sz="9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𝒃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849" name="矩形 848">
                <a:extLst>
                  <a:ext uri="{FF2B5EF4-FFF2-40B4-BE49-F238E27FC236}">
                    <a16:creationId xmlns:a16="http://schemas.microsoft.com/office/drawing/2014/main" id="{4773A31A-8DEA-DC3E-F754-9C90C56E2A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154" y="1162446"/>
                <a:ext cx="208086" cy="186713"/>
              </a:xfrm>
              <a:prstGeom prst="rect">
                <a:avLst/>
              </a:prstGeom>
              <a:blipFill>
                <a:blip r:embed="rId23"/>
                <a:stretch>
                  <a:fillRect l="-5882" r="-23529" b="-18750"/>
                </a:stretch>
              </a:blipFill>
              <a:ln w="1143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0" name="圆角矩形 849">
            <a:extLst>
              <a:ext uri="{FF2B5EF4-FFF2-40B4-BE49-F238E27FC236}">
                <a16:creationId xmlns:a16="http://schemas.microsoft.com/office/drawing/2014/main" id="{C7622EBF-070D-25CF-8A38-86DA38122DDB}"/>
              </a:ext>
            </a:extLst>
          </p:cNvPr>
          <p:cNvSpPr>
            <a:spLocks noGrp="1"/>
          </p:cNvSpPr>
          <p:nvPr/>
        </p:nvSpPr>
        <p:spPr>
          <a:xfrm>
            <a:off x="5600282" y="2442080"/>
            <a:ext cx="537849" cy="293727"/>
          </a:xfrm>
          <a:prstGeom prst="roundRect">
            <a:avLst/>
          </a:prstGeom>
          <a:solidFill>
            <a:srgbClr val="FFFFD9"/>
          </a:solidFill>
          <a:ln w="11430">
            <a:solidFill>
              <a:srgbClr val="FFC000"/>
            </a:solidFill>
            <a:prstDash val="dash"/>
          </a:ln>
        </p:spPr>
        <p:txBody>
          <a:bodyPr wrap="square" lIns="38100" tIns="28575" rIns="38100" bIns="28575" anchor="ctr"/>
          <a:lstStyle/>
          <a:p>
            <a:pPr algn="ctr"/>
            <a:endParaRPr kumimoji="1" lang="en-US" altLang="zh-CN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1" name="文本框 850">
            <a:extLst>
              <a:ext uri="{FF2B5EF4-FFF2-40B4-BE49-F238E27FC236}">
                <a16:creationId xmlns:a16="http://schemas.microsoft.com/office/drawing/2014/main" id="{5E02E8A9-0A03-671A-C71A-4FB1A3A1D10B}"/>
              </a:ext>
            </a:extLst>
          </p:cNvPr>
          <p:cNvSpPr txBox="1"/>
          <p:nvPr/>
        </p:nvSpPr>
        <p:spPr>
          <a:xfrm>
            <a:off x="5638159" y="2478831"/>
            <a:ext cx="4860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Actor</a:t>
            </a:r>
          </a:p>
        </p:txBody>
      </p:sp>
      <p:sp>
        <p:nvSpPr>
          <p:cNvPr id="852" name="圆角矩形 851">
            <a:extLst>
              <a:ext uri="{FF2B5EF4-FFF2-40B4-BE49-F238E27FC236}">
                <a16:creationId xmlns:a16="http://schemas.microsoft.com/office/drawing/2014/main" id="{606DDA25-F6C9-0A5F-7036-93225B0BE7EF}"/>
              </a:ext>
            </a:extLst>
          </p:cNvPr>
          <p:cNvSpPr>
            <a:spLocks noGrp="1"/>
          </p:cNvSpPr>
          <p:nvPr/>
        </p:nvSpPr>
        <p:spPr>
          <a:xfrm>
            <a:off x="6197877" y="502974"/>
            <a:ext cx="1103875" cy="266523"/>
          </a:xfrm>
          <a:prstGeom prst="roundRect">
            <a:avLst/>
          </a:prstGeom>
          <a:solidFill>
            <a:srgbClr val="FFFFD9"/>
          </a:solidFill>
          <a:ln w="11430">
            <a:solidFill>
              <a:srgbClr val="FFC000"/>
            </a:solidFill>
            <a:prstDash val="dash"/>
          </a:ln>
        </p:spPr>
        <p:txBody>
          <a:bodyPr wrap="square" lIns="38100" tIns="28575" rIns="38100" bIns="28575" anchor="ctr"/>
          <a:lstStyle/>
          <a:p>
            <a:pPr algn="ctr"/>
            <a:endParaRPr kumimoji="1" lang="en-US" altLang="zh-CN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8" name="圆角矩形 857">
            <a:extLst>
              <a:ext uri="{FF2B5EF4-FFF2-40B4-BE49-F238E27FC236}">
                <a16:creationId xmlns:a16="http://schemas.microsoft.com/office/drawing/2014/main" id="{52DD3051-0533-2E36-A4D7-AEECA5705888}"/>
              </a:ext>
            </a:extLst>
          </p:cNvPr>
          <p:cNvSpPr>
            <a:spLocks noGrp="1"/>
          </p:cNvSpPr>
          <p:nvPr/>
        </p:nvSpPr>
        <p:spPr>
          <a:xfrm>
            <a:off x="6191411" y="2446957"/>
            <a:ext cx="1151514" cy="28703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02060"/>
            </a:solidFill>
            <a:prstDash val="dash"/>
          </a:ln>
        </p:spPr>
        <p:txBody>
          <a:bodyPr wrap="square" lIns="38100" tIns="28575" rIns="38100" bIns="28575" anchor="ctr"/>
          <a:lstStyle/>
          <a:p>
            <a:pPr algn="ctr"/>
            <a:endParaRPr kumimoji="1" lang="en-US" altLang="zh-CN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3" name="文本框 852">
            <a:extLst>
              <a:ext uri="{FF2B5EF4-FFF2-40B4-BE49-F238E27FC236}">
                <a16:creationId xmlns:a16="http://schemas.microsoft.com/office/drawing/2014/main" id="{E9782120-2ADE-F1B0-0EA6-533B42BBE9D3}"/>
              </a:ext>
            </a:extLst>
          </p:cNvPr>
          <p:cNvSpPr txBox="1"/>
          <p:nvPr/>
        </p:nvSpPr>
        <p:spPr>
          <a:xfrm>
            <a:off x="6282197" y="518774"/>
            <a:ext cx="9450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Stage Value</a:t>
            </a:r>
          </a:p>
        </p:txBody>
      </p:sp>
      <p:sp>
        <p:nvSpPr>
          <p:cNvPr id="856" name="文本框 855">
            <a:extLst>
              <a:ext uri="{FF2B5EF4-FFF2-40B4-BE49-F238E27FC236}">
                <a16:creationId xmlns:a16="http://schemas.microsoft.com/office/drawing/2014/main" id="{4BFCC068-63B1-1688-E513-15D8FD72E09A}"/>
              </a:ext>
            </a:extLst>
          </p:cNvPr>
          <p:cNvSpPr txBox="1"/>
          <p:nvPr/>
        </p:nvSpPr>
        <p:spPr>
          <a:xfrm>
            <a:off x="6266584" y="2484040"/>
            <a:ext cx="9669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Stage</a:t>
            </a:r>
            <a:r>
              <a:rPr lang="zh-CN" altLang="en-US" sz="9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</a:t>
            </a:r>
            <a:r>
              <a:rPr lang="en-US" altLang="zh-CN" sz="9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Returns</a:t>
            </a:r>
            <a:endParaRPr lang="fr-FR" altLang="zh-CN" sz="900" b="1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859" name="圆角矩形 858">
            <a:extLst>
              <a:ext uri="{FF2B5EF4-FFF2-40B4-BE49-F238E27FC236}">
                <a16:creationId xmlns:a16="http://schemas.microsoft.com/office/drawing/2014/main" id="{60E77BF7-BB4A-CC44-9ED2-DB3352196C56}"/>
              </a:ext>
            </a:extLst>
          </p:cNvPr>
          <p:cNvSpPr>
            <a:spLocks noGrp="1"/>
          </p:cNvSpPr>
          <p:nvPr/>
        </p:nvSpPr>
        <p:spPr>
          <a:xfrm>
            <a:off x="6277980" y="914092"/>
            <a:ext cx="949235" cy="31125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2060"/>
            </a:solidFill>
            <a:prstDash val="dash"/>
          </a:ln>
        </p:spPr>
        <p:txBody>
          <a:bodyPr wrap="square" lIns="38100" tIns="28575" rIns="38100" bIns="28575" anchor="ctr"/>
          <a:lstStyle/>
          <a:p>
            <a:pPr algn="ctr"/>
            <a:endParaRPr kumimoji="1" lang="en-US" altLang="zh-CN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2" name="文本框 861">
            <a:extLst>
              <a:ext uri="{FF2B5EF4-FFF2-40B4-BE49-F238E27FC236}">
                <a16:creationId xmlns:a16="http://schemas.microsoft.com/office/drawing/2014/main" id="{F52F23B6-BDFB-F9FA-C8B8-F82B2503D811}"/>
              </a:ext>
            </a:extLst>
          </p:cNvPr>
          <p:cNvSpPr txBox="1"/>
          <p:nvPr/>
        </p:nvSpPr>
        <p:spPr>
          <a:xfrm>
            <a:off x="6373367" y="947873"/>
            <a:ext cx="7938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Value</a:t>
            </a:r>
            <a:r>
              <a:rPr lang="en-US" altLang="zh-CN" sz="9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Loss</a:t>
            </a:r>
            <a:endParaRPr lang="fr-FR" altLang="zh-CN" sz="900" b="1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863" name="右箭头 862">
            <a:extLst>
              <a:ext uri="{FF2B5EF4-FFF2-40B4-BE49-F238E27FC236}">
                <a16:creationId xmlns:a16="http://schemas.microsoft.com/office/drawing/2014/main" id="{ED90D9BB-6827-DD1E-05DF-15F7255F77CA}"/>
              </a:ext>
            </a:extLst>
          </p:cNvPr>
          <p:cNvSpPr/>
          <p:nvPr/>
        </p:nvSpPr>
        <p:spPr>
          <a:xfrm rot="10800000">
            <a:off x="7292602" y="531015"/>
            <a:ext cx="237716" cy="226112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4FCFF">
              <a:alpha val="50000"/>
            </a:srgbClr>
          </a:solidFill>
          <a:ln>
            <a:solidFill>
              <a:srgbClr val="9AC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7" name="右箭头 866">
            <a:extLst>
              <a:ext uri="{FF2B5EF4-FFF2-40B4-BE49-F238E27FC236}">
                <a16:creationId xmlns:a16="http://schemas.microsoft.com/office/drawing/2014/main" id="{684099B8-21E8-CC02-BB23-48F904AB55A8}"/>
              </a:ext>
            </a:extLst>
          </p:cNvPr>
          <p:cNvSpPr/>
          <p:nvPr/>
        </p:nvSpPr>
        <p:spPr>
          <a:xfrm rot="10800000">
            <a:off x="7267466" y="2472824"/>
            <a:ext cx="237716" cy="226112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4FCFF">
              <a:alpha val="50000"/>
            </a:srgbClr>
          </a:solidFill>
          <a:ln>
            <a:solidFill>
              <a:srgbClr val="9AC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9" name="圆角矩形 868">
            <a:extLst>
              <a:ext uri="{FF2B5EF4-FFF2-40B4-BE49-F238E27FC236}">
                <a16:creationId xmlns:a16="http://schemas.microsoft.com/office/drawing/2014/main" id="{891135F8-55D7-36C2-91B6-4A3832CAC711}"/>
              </a:ext>
            </a:extLst>
          </p:cNvPr>
          <p:cNvSpPr/>
          <p:nvPr/>
        </p:nvSpPr>
        <p:spPr>
          <a:xfrm>
            <a:off x="6206483" y="832428"/>
            <a:ext cx="1100287" cy="1536468"/>
          </a:xfrm>
          <a:prstGeom prst="roundRect">
            <a:avLst/>
          </a:prstGeom>
          <a:noFill/>
          <a:ln>
            <a:solidFill>
              <a:srgbClr val="2978B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871" name="肘形连接符 870">
            <a:extLst>
              <a:ext uri="{FF2B5EF4-FFF2-40B4-BE49-F238E27FC236}">
                <a16:creationId xmlns:a16="http://schemas.microsoft.com/office/drawing/2014/main" id="{BE937014-C891-32AE-C6CD-5148C1A5F2EA}"/>
              </a:ext>
            </a:extLst>
          </p:cNvPr>
          <p:cNvCxnSpPr>
            <a:cxnSpLocks/>
            <a:endCxn id="888" idx="1"/>
          </p:cNvCxnSpPr>
          <p:nvPr/>
        </p:nvCxnSpPr>
        <p:spPr>
          <a:xfrm rot="5400000" flipH="1" flipV="1">
            <a:off x="4935891" y="2638686"/>
            <a:ext cx="1155383" cy="192122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直线连接符 881">
            <a:extLst>
              <a:ext uri="{FF2B5EF4-FFF2-40B4-BE49-F238E27FC236}">
                <a16:creationId xmlns:a16="http://schemas.microsoft.com/office/drawing/2014/main" id="{48FC69B6-5134-AE31-DB82-7A35BA885C9F}"/>
              </a:ext>
            </a:extLst>
          </p:cNvPr>
          <p:cNvCxnSpPr>
            <a:cxnSpLocks/>
          </p:cNvCxnSpPr>
          <p:nvPr/>
        </p:nvCxnSpPr>
        <p:spPr>
          <a:xfrm flipH="1">
            <a:off x="4167762" y="3311260"/>
            <a:ext cx="125644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3" name="直线连接符 882">
            <a:extLst>
              <a:ext uri="{FF2B5EF4-FFF2-40B4-BE49-F238E27FC236}">
                <a16:creationId xmlns:a16="http://schemas.microsoft.com/office/drawing/2014/main" id="{A1C6A7A7-690F-B887-FA46-5CB329B81962}"/>
              </a:ext>
            </a:extLst>
          </p:cNvPr>
          <p:cNvCxnSpPr>
            <a:cxnSpLocks/>
          </p:cNvCxnSpPr>
          <p:nvPr/>
        </p:nvCxnSpPr>
        <p:spPr>
          <a:xfrm>
            <a:off x="4167763" y="3304680"/>
            <a:ext cx="0" cy="5463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8" name="圆角矩形 887">
            <a:extLst>
              <a:ext uri="{FF2B5EF4-FFF2-40B4-BE49-F238E27FC236}">
                <a16:creationId xmlns:a16="http://schemas.microsoft.com/office/drawing/2014/main" id="{397CACA0-48FA-6315-D698-96D91280F2E6}"/>
              </a:ext>
            </a:extLst>
          </p:cNvPr>
          <p:cNvSpPr>
            <a:spLocks noGrp="1"/>
          </p:cNvSpPr>
          <p:nvPr/>
        </p:nvSpPr>
        <p:spPr>
          <a:xfrm>
            <a:off x="5609643" y="2001428"/>
            <a:ext cx="498093" cy="311254"/>
          </a:xfrm>
          <a:prstGeom prst="roundRect">
            <a:avLst/>
          </a:prstGeom>
          <a:solidFill>
            <a:srgbClr val="FFF7E5"/>
          </a:solidFill>
          <a:ln w="12700">
            <a:solidFill>
              <a:srgbClr val="C00000"/>
            </a:solidFill>
            <a:prstDash val="dash"/>
          </a:ln>
        </p:spPr>
        <p:txBody>
          <a:bodyPr wrap="square" lIns="38100" tIns="28575" rIns="38100" bIns="28575" anchor="ctr"/>
          <a:lstStyle/>
          <a:p>
            <a:pPr algn="ctr"/>
            <a:endParaRPr kumimoji="1" lang="en-US" altLang="zh-CN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9" name="文本框 888">
            <a:extLst>
              <a:ext uri="{FF2B5EF4-FFF2-40B4-BE49-F238E27FC236}">
                <a16:creationId xmlns:a16="http://schemas.microsoft.com/office/drawing/2014/main" id="{48250D34-F6E0-0FFF-5E89-FF3F07CBF40B}"/>
              </a:ext>
            </a:extLst>
          </p:cNvPr>
          <p:cNvSpPr txBox="1"/>
          <p:nvPr/>
        </p:nvSpPr>
        <p:spPr>
          <a:xfrm>
            <a:off x="5596751" y="1973144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Safety</a:t>
            </a:r>
          </a:p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Loss</a:t>
            </a:r>
            <a:endParaRPr lang="fr-FR" altLang="zh-CN" sz="900" b="1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893" name="圆角矩形 892">
            <a:extLst>
              <a:ext uri="{FF2B5EF4-FFF2-40B4-BE49-F238E27FC236}">
                <a16:creationId xmlns:a16="http://schemas.microsoft.com/office/drawing/2014/main" id="{E6AE6292-CC58-D20A-2E16-C7B8D670C582}"/>
              </a:ext>
            </a:extLst>
          </p:cNvPr>
          <p:cNvSpPr>
            <a:spLocks noGrp="1"/>
          </p:cNvSpPr>
          <p:nvPr/>
        </p:nvSpPr>
        <p:spPr>
          <a:xfrm>
            <a:off x="6282829" y="1982351"/>
            <a:ext cx="949235" cy="31125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2060"/>
            </a:solidFill>
            <a:prstDash val="dash"/>
          </a:ln>
        </p:spPr>
        <p:txBody>
          <a:bodyPr wrap="square" lIns="38100" tIns="28575" rIns="38100" bIns="28575" anchor="ctr"/>
          <a:lstStyle/>
          <a:p>
            <a:pPr algn="ctr"/>
            <a:endParaRPr kumimoji="1" lang="en-US" altLang="zh-CN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1" name="文本框 860">
            <a:extLst>
              <a:ext uri="{FF2B5EF4-FFF2-40B4-BE49-F238E27FC236}">
                <a16:creationId xmlns:a16="http://schemas.microsoft.com/office/drawing/2014/main" id="{639C14C9-53D5-E1B3-6855-FA80078F6528}"/>
              </a:ext>
            </a:extLst>
          </p:cNvPr>
          <p:cNvSpPr txBox="1"/>
          <p:nvPr/>
        </p:nvSpPr>
        <p:spPr>
          <a:xfrm>
            <a:off x="6379779" y="2013218"/>
            <a:ext cx="8386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Advantages</a:t>
            </a:r>
            <a:endParaRPr lang="fr-FR" altLang="zh-CN" sz="900" b="1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894" name="右箭头 893">
            <a:extLst>
              <a:ext uri="{FF2B5EF4-FFF2-40B4-BE49-F238E27FC236}">
                <a16:creationId xmlns:a16="http://schemas.microsoft.com/office/drawing/2014/main" id="{440BFD47-BDB6-8683-7BB2-E2F1CD40042A}"/>
              </a:ext>
            </a:extLst>
          </p:cNvPr>
          <p:cNvSpPr/>
          <p:nvPr/>
        </p:nvSpPr>
        <p:spPr>
          <a:xfrm rot="5400000">
            <a:off x="5695671" y="2789211"/>
            <a:ext cx="335719" cy="312888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4FCFF">
              <a:alpha val="50000"/>
            </a:srgbClr>
          </a:solidFill>
          <a:ln>
            <a:solidFill>
              <a:srgbClr val="9AC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5" name="右箭头 894">
            <a:extLst>
              <a:ext uri="{FF2B5EF4-FFF2-40B4-BE49-F238E27FC236}">
                <a16:creationId xmlns:a16="http://schemas.microsoft.com/office/drawing/2014/main" id="{729FE675-1A79-7728-A3D0-B225765E1435}"/>
              </a:ext>
            </a:extLst>
          </p:cNvPr>
          <p:cNvSpPr/>
          <p:nvPr/>
        </p:nvSpPr>
        <p:spPr>
          <a:xfrm rot="16200000">
            <a:off x="7060688" y="2255840"/>
            <a:ext cx="237716" cy="226112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4FCFF">
              <a:alpha val="50000"/>
            </a:srgbClr>
          </a:solidFill>
          <a:ln>
            <a:solidFill>
              <a:srgbClr val="9AC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6" name="右箭头 895">
            <a:extLst>
              <a:ext uri="{FF2B5EF4-FFF2-40B4-BE49-F238E27FC236}">
                <a16:creationId xmlns:a16="http://schemas.microsoft.com/office/drawing/2014/main" id="{567C1877-FB28-844E-7C3A-D74C1829A3DD}"/>
              </a:ext>
            </a:extLst>
          </p:cNvPr>
          <p:cNvSpPr/>
          <p:nvPr/>
        </p:nvSpPr>
        <p:spPr>
          <a:xfrm rot="5400000" flipV="1">
            <a:off x="7040589" y="723347"/>
            <a:ext cx="237716" cy="226112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4FCFF">
              <a:alpha val="50000"/>
            </a:srgbClr>
          </a:solidFill>
          <a:ln>
            <a:solidFill>
              <a:srgbClr val="9AC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8" name="obs-panel">
            <a:extLst>
              <a:ext uri="{FF2B5EF4-FFF2-40B4-BE49-F238E27FC236}">
                <a16:creationId xmlns:a16="http://schemas.microsoft.com/office/drawing/2014/main" id="{75A66F31-F6E3-B7BD-A909-73958D7E6599}"/>
              </a:ext>
            </a:extLst>
          </p:cNvPr>
          <p:cNvSpPr/>
          <p:nvPr/>
        </p:nvSpPr>
        <p:spPr>
          <a:xfrm>
            <a:off x="6279297" y="1296350"/>
            <a:ext cx="947918" cy="626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00B050"/>
            </a:solidFill>
            <a:prstDash val="dash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01" name="文本框 900">
            <a:extLst>
              <a:ext uri="{FF2B5EF4-FFF2-40B4-BE49-F238E27FC236}">
                <a16:creationId xmlns:a16="http://schemas.microsoft.com/office/drawing/2014/main" id="{6E3FAC17-3F1E-6F1F-6DBB-A4E2FEDC9FFC}"/>
              </a:ext>
            </a:extLst>
          </p:cNvPr>
          <p:cNvSpPr txBox="1"/>
          <p:nvPr/>
        </p:nvSpPr>
        <p:spPr>
          <a:xfrm>
            <a:off x="6252028" y="1370528"/>
            <a:ext cx="102047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Minimize Loss</a:t>
            </a:r>
          </a:p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And </a:t>
            </a:r>
          </a:p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Do Updates</a:t>
            </a:r>
            <a:endParaRPr lang="fr-FR" altLang="zh-CN" sz="900" b="1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81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FA990-E04C-CB80-096B-71B703338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obs-panel">
            <a:extLst>
              <a:ext uri="{FF2B5EF4-FFF2-40B4-BE49-F238E27FC236}">
                <a16:creationId xmlns:a16="http://schemas.microsoft.com/office/drawing/2014/main" id="{21B7CD75-EC83-7D93-5608-11807980FA24}"/>
              </a:ext>
            </a:extLst>
          </p:cNvPr>
          <p:cNvSpPr>
            <a:spLocks/>
          </p:cNvSpPr>
          <p:nvPr/>
        </p:nvSpPr>
        <p:spPr>
          <a:xfrm>
            <a:off x="2651467" y="3778003"/>
            <a:ext cx="5253003" cy="2007506"/>
          </a:xfrm>
          <a:prstGeom prst="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C000"/>
            </a:solidFill>
            <a:prstDash val="dash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0" name="attention-panel">
            <a:extLst>
              <a:ext uri="{FF2B5EF4-FFF2-40B4-BE49-F238E27FC236}">
                <a16:creationId xmlns:a16="http://schemas.microsoft.com/office/drawing/2014/main" id="{1A204E42-BA05-3709-84E8-2917D6665BB6}"/>
              </a:ext>
            </a:extLst>
          </p:cNvPr>
          <p:cNvSpPr>
            <a:spLocks/>
          </p:cNvSpPr>
          <p:nvPr/>
        </p:nvSpPr>
        <p:spPr>
          <a:xfrm>
            <a:off x="2851797" y="1133091"/>
            <a:ext cx="3608917" cy="1969901"/>
          </a:xfrm>
          <a:prstGeom prst="rect">
            <a:avLst/>
          </a:prstGeom>
          <a:solidFill>
            <a:srgbClr val="F4FBFF"/>
          </a:solidFill>
          <a:ln w="38100">
            <a:solidFill>
              <a:srgbClr val="2878B5"/>
            </a:solidFill>
            <a:prstDash val="dash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obs-panel">
            <a:extLst>
              <a:ext uri="{FF2B5EF4-FFF2-40B4-BE49-F238E27FC236}">
                <a16:creationId xmlns:a16="http://schemas.microsoft.com/office/drawing/2014/main" id="{45798262-20A3-3D46-9742-6E184AA460B9}"/>
              </a:ext>
            </a:extLst>
          </p:cNvPr>
          <p:cNvSpPr>
            <a:spLocks/>
          </p:cNvSpPr>
          <p:nvPr/>
        </p:nvSpPr>
        <p:spPr>
          <a:xfrm>
            <a:off x="1365368" y="841552"/>
            <a:ext cx="5241897" cy="280065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>
                <a:lumMod val="50000"/>
              </a:schemeClr>
            </a:solidFill>
            <a:prstDash val="dash"/>
          </a:ln>
        </p:spPr>
      </p:sp>
      <p:sp>
        <p:nvSpPr>
          <p:cNvPr id="153" name="右箭头 152">
            <a:extLst>
              <a:ext uri="{FF2B5EF4-FFF2-40B4-BE49-F238E27FC236}">
                <a16:creationId xmlns:a16="http://schemas.microsoft.com/office/drawing/2014/main" id="{1836E094-6A61-E8FC-73E6-278C70C04D0F}"/>
              </a:ext>
            </a:extLst>
          </p:cNvPr>
          <p:cNvSpPr/>
          <p:nvPr/>
        </p:nvSpPr>
        <p:spPr>
          <a:xfrm>
            <a:off x="2496067" y="1158642"/>
            <a:ext cx="879068" cy="2275726"/>
          </a:xfrm>
          <a:prstGeom prst="rightArrow">
            <a:avLst>
              <a:gd name="adj1" fmla="val 29097"/>
              <a:gd name="adj2" fmla="val 67822"/>
            </a:avLst>
          </a:prstGeom>
          <a:solidFill>
            <a:srgbClr val="F4FCFF">
              <a:alpha val="50000"/>
            </a:srgbClr>
          </a:solidFill>
          <a:ln>
            <a:solidFill>
              <a:srgbClr val="9AC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D3F5263-429D-1656-1E00-5B40630846B0}"/>
              </a:ext>
            </a:extLst>
          </p:cNvPr>
          <p:cNvSpPr>
            <a:spLocks noGrp="1"/>
          </p:cNvSpPr>
          <p:nvPr/>
        </p:nvSpPr>
        <p:spPr>
          <a:xfrm>
            <a:off x="2853379" y="4089879"/>
            <a:ext cx="2114550" cy="219165"/>
          </a:xfrm>
          <a:prstGeom prst="rect">
            <a:avLst/>
          </a:prstGeom>
          <a:solidFill>
            <a:srgbClr val="F4FCFF"/>
          </a:solidFill>
          <a:ln w="11430">
            <a:solidFill>
              <a:srgbClr val="2978B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Mobility</a:t>
            </a:r>
            <a:r>
              <a:rPr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5FCFB1F-13D2-929C-B7EB-0ADA37084624}"/>
              </a:ext>
            </a:extLst>
          </p:cNvPr>
          <p:cNvSpPr>
            <a:spLocks noGrp="1"/>
          </p:cNvSpPr>
          <p:nvPr/>
        </p:nvSpPr>
        <p:spPr>
          <a:xfrm>
            <a:off x="5034604" y="4089879"/>
            <a:ext cx="790575" cy="213016"/>
          </a:xfrm>
          <a:prstGeom prst="rect">
            <a:avLst/>
          </a:prstGeom>
          <a:solidFill>
            <a:srgbClr val="FFF0F0">
              <a:alpha val="50196"/>
            </a:srgbClr>
          </a:solidFill>
          <a:ln w="11430">
            <a:solidFill>
              <a:srgbClr val="C82423"/>
            </a:solidFill>
            <a:prstDash val="sysDash"/>
          </a:ln>
        </p:spPr>
        <p:txBody>
          <a:bodyPr wrap="square" lIns="38100" tIns="28575" rIns="38100" bIns="28575" anchor="ctr"/>
          <a:lstStyle/>
          <a:p>
            <a:pPr algn="ctr">
              <a:defRPr sz="7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Safety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C2A2CE4-2B19-57C9-9731-B17650A6DCE6}"/>
              </a:ext>
            </a:extLst>
          </p:cNvPr>
          <p:cNvSpPr>
            <a:spLocks noGrp="1"/>
          </p:cNvSpPr>
          <p:nvPr/>
        </p:nvSpPr>
        <p:spPr>
          <a:xfrm>
            <a:off x="5891855" y="4089879"/>
            <a:ext cx="1875532" cy="214789"/>
          </a:xfrm>
          <a:prstGeom prst="rect">
            <a:avLst/>
          </a:prstGeom>
          <a:solidFill>
            <a:srgbClr val="EAF6FB">
              <a:alpha val="50196"/>
            </a:srgbClr>
          </a:solidFill>
          <a:ln w="11430">
            <a:solidFill>
              <a:srgbClr val="2878B5"/>
            </a:solidFill>
            <a:prstDash val="sysDash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Topology refresh</a:t>
            </a:r>
            <a:endParaRPr sz="9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AD5DEE26-9391-A456-DBDC-F2B43ABDBD16}"/>
              </a:ext>
            </a:extLst>
          </p:cNvPr>
          <p:cNvSpPr txBox="1"/>
          <p:nvPr/>
        </p:nvSpPr>
        <p:spPr>
          <a:xfrm>
            <a:off x="1728387" y="978446"/>
            <a:ext cx="7104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UAV</a:t>
            </a:r>
            <a:r>
              <a:rPr kumimoji="1" lang="zh-CN" alt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self</a:t>
            </a:r>
            <a:endParaRPr kumimoji="1" lang="zh-CN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C788107E-CEF2-5479-59A2-C7751859B130}"/>
              </a:ext>
            </a:extLst>
          </p:cNvPr>
          <p:cNvSpPr txBox="1"/>
          <p:nvPr/>
        </p:nvSpPr>
        <p:spPr>
          <a:xfrm>
            <a:off x="1862830" y="1429055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GUs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F9CA0A84-FF07-4632-298A-5557E007706B}"/>
              </a:ext>
            </a:extLst>
          </p:cNvPr>
          <p:cNvSpPr txBox="1"/>
          <p:nvPr/>
        </p:nvSpPr>
        <p:spPr>
          <a:xfrm>
            <a:off x="1717968" y="1935219"/>
            <a:ext cx="7441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Satellites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65719D1F-BABC-5A6F-2D6F-9642927EE3A2}"/>
              </a:ext>
            </a:extLst>
          </p:cNvPr>
          <p:cNvSpPr txBox="1"/>
          <p:nvPr/>
        </p:nvSpPr>
        <p:spPr>
          <a:xfrm>
            <a:off x="1684631" y="2447187"/>
            <a:ext cx="845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Peer-UAVs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8CBEB03C-7160-A33E-A6EC-240F3C4BE6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863639" y="5284547"/>
                <a:ext cx="1609725" cy="323850"/>
              </a:xfrm>
              <a:prstGeom prst="rect">
                <a:avLst/>
              </a:prstGeom>
              <a:noFill/>
              <a:ln w="11430">
                <a:noFill/>
                <a:prstDash val="solid"/>
              </a:ln>
            </p:spPr>
            <p:txBody>
              <a:bodyPr wrap="square" lIns="38100" tIns="28575" rIns="38100" bIns="28575" anchor="ctr"/>
              <a:lstStyle/>
              <a:p>
                <a:pPr algn="ctr">
                  <a:defRPr sz="96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2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zh-CN" altLang="en-US" sz="12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𝒕</m:t>
                          </m:r>
                        </m:sub>
                      </m:sSub>
                      <m:r>
                        <a:rPr lang="en-US" altLang="zh-CN" sz="1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= (</m:t>
                      </m:r>
                      <m:sSup>
                        <m:sSupPr>
                          <m:ctrlP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𝒎</m:t>
                          </m:r>
                        </m:sup>
                      </m:sSup>
                      <m:r>
                        <a:rPr lang="en-US" altLang="zh-CN" sz="1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, </m:t>
                      </m:r>
                      <m:sSup>
                        <m:sSupPr>
                          <m:ctrlP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𝒔</m:t>
                          </m:r>
                        </m:sup>
                      </m:sSup>
                      <m:r>
                        <a:rPr lang="en-US" altLang="zh-CN" sz="1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, </m:t>
                      </m:r>
                      <m:sSup>
                        <m:sSupPr>
                          <m:ctrlP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𝒃</m:t>
                          </m:r>
                        </m:sup>
                      </m:sSup>
                      <m:r>
                        <a:rPr lang="en-US" altLang="zh-CN" sz="1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8CBEB03C-7160-A33E-A6EC-240F3C4BE6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639" y="5284547"/>
                <a:ext cx="1609725" cy="323850"/>
              </a:xfrm>
              <a:prstGeom prst="rect">
                <a:avLst/>
              </a:prstGeom>
              <a:blipFill>
                <a:blip r:embed="rId3"/>
                <a:stretch>
                  <a:fillRect b="-3846"/>
                </a:stretch>
              </a:blipFill>
              <a:ln w="1143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5" name="PALETTE_img_2">
            <a:extLst>
              <a:ext uri="{FF2B5EF4-FFF2-40B4-BE49-F238E27FC236}">
                <a16:creationId xmlns:a16="http://schemas.microsoft.com/office/drawing/2014/main" id="{29E415CE-E26C-34AC-1158-E2E382ED6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461251" y="1010700"/>
            <a:ext cx="281225" cy="197953"/>
          </a:xfrm>
          <a:prstGeom prst="rect">
            <a:avLst/>
          </a:prstGeom>
        </p:spPr>
      </p:pic>
      <p:pic>
        <p:nvPicPr>
          <p:cNvPr id="146" name="PALETTE_img_6">
            <a:extLst>
              <a:ext uri="{FF2B5EF4-FFF2-40B4-BE49-F238E27FC236}">
                <a16:creationId xmlns:a16="http://schemas.microsoft.com/office/drawing/2014/main" id="{1856F92A-630E-5086-949C-B1A3820D6B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flipH="1">
            <a:off x="1456083" y="1458412"/>
            <a:ext cx="295167" cy="247378"/>
          </a:xfrm>
          <a:prstGeom prst="rect">
            <a:avLst/>
          </a:prstGeom>
        </p:spPr>
      </p:pic>
      <p:pic>
        <p:nvPicPr>
          <p:cNvPr id="147" name="PALETTE_img_1">
            <a:extLst>
              <a:ext uri="{FF2B5EF4-FFF2-40B4-BE49-F238E27FC236}">
                <a16:creationId xmlns:a16="http://schemas.microsoft.com/office/drawing/2014/main" id="{E0BCB06C-724D-3C58-4B39-85C080F45C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 flipH="1">
            <a:off x="1483378" y="1959442"/>
            <a:ext cx="286978" cy="254000"/>
          </a:xfrm>
          <a:prstGeom prst="rect">
            <a:avLst/>
          </a:prstGeom>
        </p:spPr>
      </p:pic>
      <p:pic>
        <p:nvPicPr>
          <p:cNvPr id="148" name="PALETTE_img_2">
            <a:extLst>
              <a:ext uri="{FF2B5EF4-FFF2-40B4-BE49-F238E27FC236}">
                <a16:creationId xmlns:a16="http://schemas.microsoft.com/office/drawing/2014/main" id="{A3AB7B2B-7102-C0AD-9044-ADA67EDB3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502714" y="2447831"/>
            <a:ext cx="281225" cy="197953"/>
          </a:xfrm>
          <a:prstGeom prst="rect">
            <a:avLst/>
          </a:prstGeom>
        </p:spPr>
      </p:pic>
      <p:pic>
        <p:nvPicPr>
          <p:cNvPr id="151" name="PALETTE_img_2">
            <a:extLst>
              <a:ext uri="{FF2B5EF4-FFF2-40B4-BE49-F238E27FC236}">
                <a16:creationId xmlns:a16="http://schemas.microsoft.com/office/drawing/2014/main" id="{24EDD4CF-AE52-FA9A-2DBA-3FE131642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434392" y="2499495"/>
            <a:ext cx="281225" cy="197953"/>
          </a:xfrm>
          <a:prstGeom prst="rect">
            <a:avLst/>
          </a:prstGeom>
        </p:spPr>
      </p:pic>
      <p:sp>
        <p:nvSpPr>
          <p:cNvPr id="152" name="文本框 151">
            <a:extLst>
              <a:ext uri="{FF2B5EF4-FFF2-40B4-BE49-F238E27FC236}">
                <a16:creationId xmlns:a16="http://schemas.microsoft.com/office/drawing/2014/main" id="{2D67C2BD-B901-1CF4-61EB-447165B6BB20}"/>
              </a:ext>
            </a:extLst>
          </p:cNvPr>
          <p:cNvSpPr txBox="1"/>
          <p:nvPr/>
        </p:nvSpPr>
        <p:spPr>
          <a:xfrm>
            <a:off x="3459385" y="885054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</a:p>
        </p:txBody>
      </p:sp>
      <p:grpSp>
        <p:nvGrpSpPr>
          <p:cNvPr id="237" name="组合 236">
            <a:extLst>
              <a:ext uri="{FF2B5EF4-FFF2-40B4-BE49-F238E27FC236}">
                <a16:creationId xmlns:a16="http://schemas.microsoft.com/office/drawing/2014/main" id="{0A446184-CDD0-0C6B-BB33-05772D1571D2}"/>
              </a:ext>
            </a:extLst>
          </p:cNvPr>
          <p:cNvGrpSpPr/>
          <p:nvPr/>
        </p:nvGrpSpPr>
        <p:grpSpPr>
          <a:xfrm>
            <a:off x="1613193" y="1654218"/>
            <a:ext cx="853900" cy="238851"/>
            <a:chOff x="320850" y="1056549"/>
            <a:chExt cx="853900" cy="238851"/>
          </a:xfrm>
        </p:grpSpPr>
        <p:pic>
          <p:nvPicPr>
            <p:cNvPr id="224" name="图片 223">
              <a:extLst>
                <a:ext uri="{FF2B5EF4-FFF2-40B4-BE49-F238E27FC236}">
                  <a16:creationId xmlns:a16="http://schemas.microsoft.com/office/drawing/2014/main" id="{75A08F9A-A176-1DEE-F058-245855DF8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35000"/>
            </a:blip>
            <a:stretch>
              <a:fillRect/>
            </a:stretch>
          </p:blipFill>
          <p:spPr>
            <a:xfrm>
              <a:off x="361950" y="1056549"/>
              <a:ext cx="812800" cy="1905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  <p:pic>
          <p:nvPicPr>
            <p:cNvPr id="234" name="图片 233">
              <a:extLst>
                <a:ext uri="{FF2B5EF4-FFF2-40B4-BE49-F238E27FC236}">
                  <a16:creationId xmlns:a16="http://schemas.microsoft.com/office/drawing/2014/main" id="{3BD9E7B6-107B-7D87-CA54-6DD057916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50000"/>
            </a:blip>
            <a:stretch>
              <a:fillRect/>
            </a:stretch>
          </p:blipFill>
          <p:spPr>
            <a:xfrm>
              <a:off x="341400" y="1080724"/>
              <a:ext cx="812800" cy="1905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  <p:pic>
          <p:nvPicPr>
            <p:cNvPr id="236" name="图片 235">
              <a:extLst>
                <a:ext uri="{FF2B5EF4-FFF2-40B4-BE49-F238E27FC236}">
                  <a16:creationId xmlns:a16="http://schemas.microsoft.com/office/drawing/2014/main" id="{BD304DBA-53A0-E090-860D-C5BF5ECC4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0850" y="1104900"/>
              <a:ext cx="812800" cy="1905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</p:grpSp>
      <p:grpSp>
        <p:nvGrpSpPr>
          <p:cNvPr id="256" name="组合 255">
            <a:extLst>
              <a:ext uri="{FF2B5EF4-FFF2-40B4-BE49-F238E27FC236}">
                <a16:creationId xmlns:a16="http://schemas.microsoft.com/office/drawing/2014/main" id="{531AFDA6-5F58-3605-6A85-F005E19928C3}"/>
              </a:ext>
            </a:extLst>
          </p:cNvPr>
          <p:cNvGrpSpPr/>
          <p:nvPr/>
        </p:nvGrpSpPr>
        <p:grpSpPr>
          <a:xfrm>
            <a:off x="1600370" y="2642469"/>
            <a:ext cx="858837" cy="241911"/>
            <a:chOff x="354188" y="563320"/>
            <a:chExt cx="858837" cy="241911"/>
          </a:xfrm>
        </p:grpSpPr>
        <p:pic>
          <p:nvPicPr>
            <p:cNvPr id="251" name="图片 250">
              <a:extLst>
                <a:ext uri="{FF2B5EF4-FFF2-40B4-BE49-F238E27FC236}">
                  <a16:creationId xmlns:a16="http://schemas.microsoft.com/office/drawing/2014/main" id="{42B646A0-2B71-2871-F563-E4AE2CEC5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35000"/>
            </a:blip>
            <a:stretch>
              <a:fillRect/>
            </a:stretch>
          </p:blipFill>
          <p:spPr>
            <a:xfrm>
              <a:off x="400225" y="563320"/>
              <a:ext cx="812800" cy="1905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  <p:pic>
          <p:nvPicPr>
            <p:cNvPr id="252" name="图片 251">
              <a:extLst>
                <a:ext uri="{FF2B5EF4-FFF2-40B4-BE49-F238E27FC236}">
                  <a16:creationId xmlns:a16="http://schemas.microsoft.com/office/drawing/2014/main" id="{F3CE36B7-76E6-3B6A-7C0E-0527A9698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70000"/>
            </a:blip>
            <a:stretch>
              <a:fillRect/>
            </a:stretch>
          </p:blipFill>
          <p:spPr>
            <a:xfrm>
              <a:off x="378476" y="585374"/>
              <a:ext cx="812800" cy="1905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  <p:pic>
          <p:nvPicPr>
            <p:cNvPr id="255" name="图片 254">
              <a:extLst>
                <a:ext uri="{FF2B5EF4-FFF2-40B4-BE49-F238E27FC236}">
                  <a16:creationId xmlns:a16="http://schemas.microsoft.com/office/drawing/2014/main" id="{B49748D9-5F5D-B8F2-5D16-FD292D94F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4188" y="614731"/>
              <a:ext cx="812800" cy="1905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</p:grpSp>
      <p:sp>
        <p:nvSpPr>
          <p:cNvPr id="124" name="矩形 123">
            <a:extLst>
              <a:ext uri="{FF2B5EF4-FFF2-40B4-BE49-F238E27FC236}">
                <a16:creationId xmlns:a16="http://schemas.microsoft.com/office/drawing/2014/main" id="{405809DB-573E-240A-1EF0-3E8E0CD59414}"/>
              </a:ext>
            </a:extLst>
          </p:cNvPr>
          <p:cNvSpPr>
            <a:spLocks noGrp="1"/>
          </p:cNvSpPr>
          <p:nvPr/>
        </p:nvSpPr>
        <p:spPr>
          <a:xfrm>
            <a:off x="3629667" y="5213817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grpSp>
        <p:nvGrpSpPr>
          <p:cNvPr id="272" name="组合 271">
            <a:extLst>
              <a:ext uri="{FF2B5EF4-FFF2-40B4-BE49-F238E27FC236}">
                <a16:creationId xmlns:a16="http://schemas.microsoft.com/office/drawing/2014/main" id="{DF9B38E4-76C9-2914-BFA8-0E47530642D9}"/>
              </a:ext>
            </a:extLst>
          </p:cNvPr>
          <p:cNvGrpSpPr/>
          <p:nvPr/>
        </p:nvGrpSpPr>
        <p:grpSpPr>
          <a:xfrm>
            <a:off x="1603666" y="2187114"/>
            <a:ext cx="860812" cy="223755"/>
            <a:chOff x="4117588" y="3340100"/>
            <a:chExt cx="860812" cy="223755"/>
          </a:xfrm>
        </p:grpSpPr>
        <p:pic>
          <p:nvPicPr>
            <p:cNvPr id="269" name="图片 268">
              <a:extLst>
                <a:ext uri="{FF2B5EF4-FFF2-40B4-BE49-F238E27FC236}">
                  <a16:creationId xmlns:a16="http://schemas.microsoft.com/office/drawing/2014/main" id="{7164AA71-6F12-27F7-A89B-FA7C88BFD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35000"/>
            </a:blip>
            <a:stretch>
              <a:fillRect/>
            </a:stretch>
          </p:blipFill>
          <p:spPr>
            <a:xfrm>
              <a:off x="4165600" y="3340100"/>
              <a:ext cx="812800" cy="1778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  <p:pic>
          <p:nvPicPr>
            <p:cNvPr id="270" name="图片 269">
              <a:extLst>
                <a:ext uri="{FF2B5EF4-FFF2-40B4-BE49-F238E27FC236}">
                  <a16:creationId xmlns:a16="http://schemas.microsoft.com/office/drawing/2014/main" id="{E2433A01-03FE-5151-9300-F524319F8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70000"/>
            </a:blip>
            <a:stretch>
              <a:fillRect/>
            </a:stretch>
          </p:blipFill>
          <p:spPr>
            <a:xfrm>
              <a:off x="4143375" y="3361287"/>
              <a:ext cx="812800" cy="1778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  <p:pic>
          <p:nvPicPr>
            <p:cNvPr id="271" name="图片 270">
              <a:extLst>
                <a:ext uri="{FF2B5EF4-FFF2-40B4-BE49-F238E27FC236}">
                  <a16:creationId xmlns:a16="http://schemas.microsoft.com/office/drawing/2014/main" id="{CC8E01EC-73C3-B043-8E9D-D87E64EA9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117588" y="3386055"/>
              <a:ext cx="812800" cy="1778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</p:grpSp>
      <p:sp>
        <p:nvSpPr>
          <p:cNvPr id="126" name="矩形 125">
            <a:extLst>
              <a:ext uri="{FF2B5EF4-FFF2-40B4-BE49-F238E27FC236}">
                <a16:creationId xmlns:a16="http://schemas.microsoft.com/office/drawing/2014/main" id="{84D627CD-5147-573A-D682-DF5BE279E505}"/>
              </a:ext>
            </a:extLst>
          </p:cNvPr>
          <p:cNvSpPr>
            <a:spLocks noGrp="1"/>
          </p:cNvSpPr>
          <p:nvPr/>
        </p:nvSpPr>
        <p:spPr>
          <a:xfrm>
            <a:off x="5391792" y="4535287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pic>
        <p:nvPicPr>
          <p:cNvPr id="273" name="图片 272">
            <a:extLst>
              <a:ext uri="{FF2B5EF4-FFF2-40B4-BE49-F238E27FC236}">
                <a16:creationId xmlns:a16="http://schemas.microsoft.com/office/drawing/2014/main" id="{00C0794F-A3DB-797D-3162-9281864341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7604" y="1187667"/>
            <a:ext cx="812800" cy="190500"/>
          </a:xfrm>
          <a:prstGeom prst="rect">
            <a:avLst/>
          </a:prstGeom>
          <a:scene3d>
            <a:camera prst="isometricLeftDown">
              <a:rot lat="2100000" lon="300000" rev="0"/>
            </a:camera>
            <a:lightRig rig="threePt" dir="t"/>
          </a:scene3d>
        </p:spPr>
      </p:pic>
      <p:sp>
        <p:nvSpPr>
          <p:cNvPr id="346" name="矩形 345">
            <a:extLst>
              <a:ext uri="{FF2B5EF4-FFF2-40B4-BE49-F238E27FC236}">
                <a16:creationId xmlns:a16="http://schemas.microsoft.com/office/drawing/2014/main" id="{B00C763A-1336-8B60-9983-0B3F75333B48}"/>
              </a:ext>
            </a:extLst>
          </p:cNvPr>
          <p:cNvSpPr>
            <a:spLocks noGrp="1"/>
          </p:cNvSpPr>
          <p:nvPr/>
        </p:nvSpPr>
        <p:spPr>
          <a:xfrm>
            <a:off x="2718975" y="1684078"/>
            <a:ext cx="545843" cy="157827"/>
          </a:xfrm>
          <a:prstGeom prst="rect">
            <a:avLst/>
          </a:prstGeom>
          <a:solidFill>
            <a:srgbClr val="EAF6FB"/>
          </a:solidFill>
          <a:ln w="11430">
            <a:solidFill>
              <a:srgbClr val="2878B5"/>
            </a:solidFill>
            <a:prstDash val="sysDash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Encoder</a:t>
            </a:r>
            <a:endParaRPr sz="9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D211E028-1E0E-12F0-E473-53587E928725}"/>
              </a:ext>
            </a:extLst>
          </p:cNvPr>
          <p:cNvSpPr>
            <a:spLocks noGrp="1"/>
          </p:cNvSpPr>
          <p:nvPr/>
        </p:nvSpPr>
        <p:spPr>
          <a:xfrm>
            <a:off x="2718975" y="1949887"/>
            <a:ext cx="545843" cy="157827"/>
          </a:xfrm>
          <a:prstGeom prst="rect">
            <a:avLst/>
          </a:prstGeom>
          <a:solidFill>
            <a:srgbClr val="EAF6FB"/>
          </a:solidFill>
          <a:ln w="11430">
            <a:solidFill>
              <a:srgbClr val="2878B5"/>
            </a:solidFill>
            <a:prstDash val="sysDash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Encoder</a:t>
            </a:r>
            <a:endParaRPr sz="9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C9DA929F-7A63-CF3A-E2F2-F31EADB9164F}"/>
              </a:ext>
            </a:extLst>
          </p:cNvPr>
          <p:cNvSpPr>
            <a:spLocks noGrp="1"/>
          </p:cNvSpPr>
          <p:nvPr/>
        </p:nvSpPr>
        <p:spPr>
          <a:xfrm>
            <a:off x="2718975" y="2481505"/>
            <a:ext cx="545843" cy="157827"/>
          </a:xfrm>
          <a:prstGeom prst="rect">
            <a:avLst/>
          </a:prstGeom>
          <a:solidFill>
            <a:srgbClr val="EAF6FB"/>
          </a:solidFill>
          <a:ln w="11430">
            <a:solidFill>
              <a:srgbClr val="2878B5"/>
            </a:solidFill>
            <a:prstDash val="sysDash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Encoder</a:t>
            </a:r>
            <a:endParaRPr sz="9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57795DB9-C23F-E39F-6F43-BD64B9A2C074}"/>
              </a:ext>
            </a:extLst>
          </p:cNvPr>
          <p:cNvSpPr>
            <a:spLocks noGrp="1"/>
          </p:cNvSpPr>
          <p:nvPr/>
        </p:nvSpPr>
        <p:spPr>
          <a:xfrm>
            <a:off x="2718975" y="2747314"/>
            <a:ext cx="545843" cy="157827"/>
          </a:xfrm>
          <a:prstGeom prst="rect">
            <a:avLst/>
          </a:prstGeom>
          <a:solidFill>
            <a:srgbClr val="EAF6FB"/>
          </a:solidFill>
          <a:ln w="11430">
            <a:solidFill>
              <a:srgbClr val="2878B5"/>
            </a:solidFill>
            <a:prstDash val="sysDash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Encoder</a:t>
            </a:r>
            <a:endParaRPr sz="9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374" name="文本框 373">
            <a:extLst>
              <a:ext uri="{FF2B5EF4-FFF2-40B4-BE49-F238E27FC236}">
                <a16:creationId xmlns:a16="http://schemas.microsoft.com/office/drawing/2014/main" id="{C0992CE1-5AA2-5A21-D277-13D53AB220ED}"/>
              </a:ext>
            </a:extLst>
          </p:cNvPr>
          <p:cNvSpPr txBox="1"/>
          <p:nvPr/>
        </p:nvSpPr>
        <p:spPr>
          <a:xfrm>
            <a:off x="1643326" y="2908694"/>
            <a:ext cx="10999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="1" dirty="0">
                <a:latin typeface="Arial" panose="020B0604020202020204" pitchFamily="34" charset="0"/>
                <a:cs typeface="Arial" panose="020B0604020202020204" pitchFamily="34" charset="0"/>
              </a:rPr>
              <a:t>Auxiliary token</a:t>
            </a:r>
          </a:p>
        </p:txBody>
      </p:sp>
      <p:pic>
        <p:nvPicPr>
          <p:cNvPr id="375" name="PALETTE_img_7">
            <a:extLst>
              <a:ext uri="{FF2B5EF4-FFF2-40B4-BE49-F238E27FC236}">
                <a16:creationId xmlns:a16="http://schemas.microsoft.com/office/drawing/2014/main" id="{C170295A-6EBD-FE67-35D2-DC475F5DFD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 flipH="1">
            <a:off x="1515232" y="2919308"/>
            <a:ext cx="169399" cy="238672"/>
          </a:xfrm>
          <a:prstGeom prst="rect">
            <a:avLst/>
          </a:prstGeom>
        </p:spPr>
      </p:pic>
      <p:grpSp>
        <p:nvGrpSpPr>
          <p:cNvPr id="409" name="组合 408">
            <a:extLst>
              <a:ext uri="{FF2B5EF4-FFF2-40B4-BE49-F238E27FC236}">
                <a16:creationId xmlns:a16="http://schemas.microsoft.com/office/drawing/2014/main" id="{3518B513-F7C6-2AC7-09B3-D7ED34A063B7}"/>
              </a:ext>
            </a:extLst>
          </p:cNvPr>
          <p:cNvGrpSpPr/>
          <p:nvPr/>
        </p:nvGrpSpPr>
        <p:grpSpPr>
          <a:xfrm>
            <a:off x="1610589" y="3112927"/>
            <a:ext cx="866118" cy="235456"/>
            <a:chOff x="360581" y="2499275"/>
            <a:chExt cx="866118" cy="235456"/>
          </a:xfrm>
        </p:grpSpPr>
        <p:pic>
          <p:nvPicPr>
            <p:cNvPr id="373" name="图片 372">
              <a:extLst>
                <a:ext uri="{FF2B5EF4-FFF2-40B4-BE49-F238E27FC236}">
                  <a16:creationId xmlns:a16="http://schemas.microsoft.com/office/drawing/2014/main" id="{A41ECB70-96B5-ADB5-1D4B-63D58CE20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35000"/>
            </a:blip>
            <a:stretch>
              <a:fillRect/>
            </a:stretch>
          </p:blipFill>
          <p:spPr>
            <a:xfrm>
              <a:off x="413899" y="2499275"/>
              <a:ext cx="812800" cy="1778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  <p:pic>
          <p:nvPicPr>
            <p:cNvPr id="407" name="图片 406">
              <a:extLst>
                <a:ext uri="{FF2B5EF4-FFF2-40B4-BE49-F238E27FC236}">
                  <a16:creationId xmlns:a16="http://schemas.microsoft.com/office/drawing/2014/main" id="{49CF5D2D-060A-7D0B-5ED5-DE1D26C11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70000"/>
            </a:blip>
            <a:stretch>
              <a:fillRect/>
            </a:stretch>
          </p:blipFill>
          <p:spPr>
            <a:xfrm>
              <a:off x="387240" y="2528103"/>
              <a:ext cx="812800" cy="1778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  <p:pic>
          <p:nvPicPr>
            <p:cNvPr id="408" name="图片 407">
              <a:extLst>
                <a:ext uri="{FF2B5EF4-FFF2-40B4-BE49-F238E27FC236}">
                  <a16:creationId xmlns:a16="http://schemas.microsoft.com/office/drawing/2014/main" id="{F08003AC-F74D-01C8-4AAC-67CCDF98E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60581" y="2556931"/>
              <a:ext cx="812800" cy="1778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</p:grpSp>
      <p:sp>
        <p:nvSpPr>
          <p:cNvPr id="418" name="右箭头 417">
            <a:extLst>
              <a:ext uri="{FF2B5EF4-FFF2-40B4-BE49-F238E27FC236}">
                <a16:creationId xmlns:a16="http://schemas.microsoft.com/office/drawing/2014/main" id="{92A41F6C-D90C-DFC1-259D-D9B02CD54A13}"/>
              </a:ext>
            </a:extLst>
          </p:cNvPr>
          <p:cNvSpPr/>
          <p:nvPr/>
        </p:nvSpPr>
        <p:spPr>
          <a:xfrm>
            <a:off x="4609070" y="1797385"/>
            <a:ext cx="690808" cy="775438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4FCFF">
              <a:alpha val="50000"/>
            </a:srgbClr>
          </a:solidFill>
          <a:ln>
            <a:solidFill>
              <a:srgbClr val="9AC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4" name="矩形 413">
            <a:extLst>
              <a:ext uri="{FF2B5EF4-FFF2-40B4-BE49-F238E27FC236}">
                <a16:creationId xmlns:a16="http://schemas.microsoft.com/office/drawing/2014/main" id="{851E2FB6-7DE4-56B0-1451-985B3E682F56}"/>
              </a:ext>
            </a:extLst>
          </p:cNvPr>
          <p:cNvSpPr>
            <a:spLocks noGrp="1"/>
          </p:cNvSpPr>
          <p:nvPr/>
        </p:nvSpPr>
        <p:spPr>
          <a:xfrm>
            <a:off x="2718975" y="2215696"/>
            <a:ext cx="545843" cy="157827"/>
          </a:xfrm>
          <a:prstGeom prst="rect">
            <a:avLst/>
          </a:prstGeom>
          <a:solidFill>
            <a:srgbClr val="EAF6FB"/>
          </a:solidFill>
          <a:ln w="11430">
            <a:solidFill>
              <a:srgbClr val="2878B5"/>
            </a:solidFill>
            <a:prstDash val="sysDash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Encoder</a:t>
            </a:r>
            <a:endParaRPr sz="9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6B9AEC1A-990C-535B-BC45-2861376D7429}"/>
              </a:ext>
            </a:extLst>
          </p:cNvPr>
          <p:cNvSpPr>
            <a:spLocks noGrp="1"/>
          </p:cNvSpPr>
          <p:nvPr/>
        </p:nvSpPr>
        <p:spPr>
          <a:xfrm>
            <a:off x="4584838" y="1699322"/>
            <a:ext cx="690807" cy="994860"/>
          </a:xfrm>
          <a:prstGeom prst="rect">
            <a:avLst/>
          </a:prstGeom>
          <a:noFill/>
          <a:ln w="11430">
            <a:noFill/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Attention</a:t>
            </a:r>
          </a:p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Layer</a:t>
            </a:r>
            <a:endParaRPr sz="9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grpSp>
        <p:nvGrpSpPr>
          <p:cNvPr id="423" name="组合 422">
            <a:extLst>
              <a:ext uri="{FF2B5EF4-FFF2-40B4-BE49-F238E27FC236}">
                <a16:creationId xmlns:a16="http://schemas.microsoft.com/office/drawing/2014/main" id="{4D811FED-38E7-BF83-3713-641BBBECAC49}"/>
              </a:ext>
            </a:extLst>
          </p:cNvPr>
          <p:cNvGrpSpPr/>
          <p:nvPr/>
        </p:nvGrpSpPr>
        <p:grpSpPr>
          <a:xfrm>
            <a:off x="3495248" y="1269061"/>
            <a:ext cx="1021848" cy="1708701"/>
            <a:chOff x="2357739" y="625475"/>
            <a:chExt cx="1021848" cy="1708701"/>
          </a:xfrm>
        </p:grpSpPr>
        <p:sp>
          <p:nvSpPr>
            <p:cNvPr id="154" name="圆角矩形 153">
              <a:extLst>
                <a:ext uri="{FF2B5EF4-FFF2-40B4-BE49-F238E27FC236}">
                  <a16:creationId xmlns:a16="http://schemas.microsoft.com/office/drawing/2014/main" id="{FF851979-FE93-34DC-24A0-71A24266AC5F}"/>
                </a:ext>
              </a:extLst>
            </p:cNvPr>
            <p:cNvSpPr/>
            <p:nvPr/>
          </p:nvSpPr>
          <p:spPr>
            <a:xfrm>
              <a:off x="2357739" y="628023"/>
              <a:ext cx="1021848" cy="26435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 dirty="0">
                  <a:solidFill>
                    <a:schemeClr val="tx1"/>
                  </a:solidFill>
                </a:rPr>
                <a:t>embeddings</a:t>
              </a:r>
              <a:endParaRPr kumimoji="1" lang="zh-CN" altLang="en-US" sz="1200" b="1" dirty="0">
                <a:solidFill>
                  <a:schemeClr val="tx1"/>
                </a:solidFill>
              </a:endParaRPr>
            </a:p>
          </p:txBody>
        </p:sp>
        <p:grpSp>
          <p:nvGrpSpPr>
            <p:cNvPr id="295" name="组合 294">
              <a:extLst>
                <a:ext uri="{FF2B5EF4-FFF2-40B4-BE49-F238E27FC236}">
                  <a16:creationId xmlns:a16="http://schemas.microsoft.com/office/drawing/2014/main" id="{3C15F815-4EEA-9A25-1101-A1D47833285A}"/>
                </a:ext>
              </a:extLst>
            </p:cNvPr>
            <p:cNvGrpSpPr/>
            <p:nvPr/>
          </p:nvGrpSpPr>
          <p:grpSpPr>
            <a:xfrm>
              <a:off x="2443767" y="1785507"/>
              <a:ext cx="849792" cy="240538"/>
              <a:chOff x="2713038" y="899287"/>
              <a:chExt cx="849792" cy="240538"/>
            </a:xfrm>
          </p:grpSpPr>
          <p:pic>
            <p:nvPicPr>
              <p:cNvPr id="291" name="图片 290">
                <a:extLst>
                  <a:ext uri="{FF2B5EF4-FFF2-40B4-BE49-F238E27FC236}">
                    <a16:creationId xmlns:a16="http://schemas.microsoft.com/office/drawing/2014/main" id="{D9A62CDA-E19A-25D6-4AF9-AE703818CA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alphaModFix amt="35000"/>
              </a:blip>
              <a:stretch>
                <a:fillRect/>
              </a:stretch>
            </p:blipFill>
            <p:spPr>
              <a:xfrm>
                <a:off x="2750030" y="899287"/>
                <a:ext cx="812800" cy="1905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  <p:pic>
            <p:nvPicPr>
              <p:cNvPr id="292" name="图片 291">
                <a:extLst>
                  <a:ext uri="{FF2B5EF4-FFF2-40B4-BE49-F238E27FC236}">
                    <a16:creationId xmlns:a16="http://schemas.microsoft.com/office/drawing/2014/main" id="{4CECA3A4-700D-FE70-E05E-8DDD357DA3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alphaModFix amt="70000"/>
              </a:blip>
              <a:stretch>
                <a:fillRect/>
              </a:stretch>
            </p:blipFill>
            <p:spPr>
              <a:xfrm>
                <a:off x="2731534" y="924306"/>
                <a:ext cx="812800" cy="1905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  <p:pic>
            <p:nvPicPr>
              <p:cNvPr id="293" name="图片 292">
                <a:extLst>
                  <a:ext uri="{FF2B5EF4-FFF2-40B4-BE49-F238E27FC236}">
                    <a16:creationId xmlns:a16="http://schemas.microsoft.com/office/drawing/2014/main" id="{5E83F171-D1DC-D246-4F6A-0EA4DB154F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13038" y="949325"/>
                <a:ext cx="812800" cy="1905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</p:grpSp>
        <p:pic>
          <p:nvPicPr>
            <p:cNvPr id="294" name="图片 293">
              <a:extLst>
                <a:ext uri="{FF2B5EF4-FFF2-40B4-BE49-F238E27FC236}">
                  <a16:creationId xmlns:a16="http://schemas.microsoft.com/office/drawing/2014/main" id="{EC7F95F2-294D-276E-7FC0-5BFCD4325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462263" y="1008539"/>
              <a:ext cx="812800" cy="190500"/>
            </a:xfrm>
            <a:prstGeom prst="rect">
              <a:avLst/>
            </a:prstGeom>
            <a:scene3d>
              <a:camera prst="isometricLeftDown">
                <a:rot lat="2100000" lon="300000" rev="0"/>
              </a:camera>
              <a:lightRig rig="threePt" dir="t"/>
            </a:scene3d>
          </p:spPr>
        </p:pic>
        <p:grpSp>
          <p:nvGrpSpPr>
            <p:cNvPr id="323" name="组合 322">
              <a:extLst>
                <a:ext uri="{FF2B5EF4-FFF2-40B4-BE49-F238E27FC236}">
                  <a16:creationId xmlns:a16="http://schemas.microsoft.com/office/drawing/2014/main" id="{F750462F-B18F-0B12-B563-9948C90FFC53}"/>
                </a:ext>
              </a:extLst>
            </p:cNvPr>
            <p:cNvGrpSpPr/>
            <p:nvPr/>
          </p:nvGrpSpPr>
          <p:grpSpPr>
            <a:xfrm>
              <a:off x="2439346" y="1234480"/>
              <a:ext cx="858635" cy="229400"/>
              <a:chOff x="2297315" y="1059650"/>
              <a:chExt cx="858635" cy="229400"/>
            </a:xfrm>
          </p:grpSpPr>
          <p:pic>
            <p:nvPicPr>
              <p:cNvPr id="320" name="图片 319">
                <a:extLst>
                  <a:ext uri="{FF2B5EF4-FFF2-40B4-BE49-F238E27FC236}">
                    <a16:creationId xmlns:a16="http://schemas.microsoft.com/office/drawing/2014/main" id="{89F972B0-8FD0-4E47-93B5-EE78176D51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alphaModFix amt="35000"/>
              </a:blip>
              <a:stretch>
                <a:fillRect/>
              </a:stretch>
            </p:blipFill>
            <p:spPr>
              <a:xfrm>
                <a:off x="2343150" y="1059650"/>
                <a:ext cx="812800" cy="1778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  <p:pic>
            <p:nvPicPr>
              <p:cNvPr id="321" name="图片 320">
                <a:extLst>
                  <a:ext uri="{FF2B5EF4-FFF2-40B4-BE49-F238E27FC236}">
                    <a16:creationId xmlns:a16="http://schemas.microsoft.com/office/drawing/2014/main" id="{0D9B16A3-2A44-02CA-CB4F-BC53E3F1A6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alphaModFix amt="70000"/>
              </a:blip>
              <a:stretch>
                <a:fillRect/>
              </a:stretch>
            </p:blipFill>
            <p:spPr>
              <a:xfrm>
                <a:off x="2320232" y="1085450"/>
                <a:ext cx="812800" cy="1778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  <p:pic>
            <p:nvPicPr>
              <p:cNvPr id="322" name="图片 321">
                <a:extLst>
                  <a:ext uri="{FF2B5EF4-FFF2-40B4-BE49-F238E27FC236}">
                    <a16:creationId xmlns:a16="http://schemas.microsoft.com/office/drawing/2014/main" id="{84781CA2-878A-EDD7-3B5D-33EF2FF51B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97315" y="1111250"/>
                <a:ext cx="812800" cy="1778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</p:grpSp>
        <p:grpSp>
          <p:nvGrpSpPr>
            <p:cNvPr id="335" name="组合 334">
              <a:extLst>
                <a:ext uri="{FF2B5EF4-FFF2-40B4-BE49-F238E27FC236}">
                  <a16:creationId xmlns:a16="http://schemas.microsoft.com/office/drawing/2014/main" id="{4510D291-7EC3-F089-4F87-396729D21599}"/>
                </a:ext>
              </a:extLst>
            </p:cNvPr>
            <p:cNvGrpSpPr/>
            <p:nvPr/>
          </p:nvGrpSpPr>
          <p:grpSpPr>
            <a:xfrm>
              <a:off x="2435259" y="1511584"/>
              <a:ext cx="866808" cy="219625"/>
              <a:chOff x="4285770" y="2067688"/>
              <a:chExt cx="866808" cy="219625"/>
            </a:xfrm>
          </p:grpSpPr>
          <p:pic>
            <p:nvPicPr>
              <p:cNvPr id="332" name="图片 331">
                <a:extLst>
                  <a:ext uri="{FF2B5EF4-FFF2-40B4-BE49-F238E27FC236}">
                    <a16:creationId xmlns:a16="http://schemas.microsoft.com/office/drawing/2014/main" id="{A6986A3D-D287-7F70-6BA5-8F6701B9D2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alphaModFix amt="35000"/>
              </a:blip>
              <a:stretch>
                <a:fillRect/>
              </a:stretch>
            </p:blipFill>
            <p:spPr>
              <a:xfrm>
                <a:off x="4339778" y="2067688"/>
                <a:ext cx="812800" cy="1651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  <p:pic>
            <p:nvPicPr>
              <p:cNvPr id="333" name="图片 332">
                <a:extLst>
                  <a:ext uri="{FF2B5EF4-FFF2-40B4-BE49-F238E27FC236}">
                    <a16:creationId xmlns:a16="http://schemas.microsoft.com/office/drawing/2014/main" id="{04A85C78-D9A0-379D-A750-D2CC7BBA21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alphaModFix amt="70000"/>
              </a:blip>
              <a:stretch>
                <a:fillRect/>
              </a:stretch>
            </p:blipFill>
            <p:spPr>
              <a:xfrm>
                <a:off x="4312774" y="2094951"/>
                <a:ext cx="812800" cy="1651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  <p:pic>
            <p:nvPicPr>
              <p:cNvPr id="334" name="图片 333">
                <a:extLst>
                  <a:ext uri="{FF2B5EF4-FFF2-40B4-BE49-F238E27FC236}">
                    <a16:creationId xmlns:a16="http://schemas.microsoft.com/office/drawing/2014/main" id="{E350BED0-56CC-E974-C0B6-6257C42546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85770" y="2122213"/>
                <a:ext cx="812800" cy="1651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</p:grpSp>
        <p:grpSp>
          <p:nvGrpSpPr>
            <p:cNvPr id="412" name="组合 411">
              <a:extLst>
                <a:ext uri="{FF2B5EF4-FFF2-40B4-BE49-F238E27FC236}">
                  <a16:creationId xmlns:a16="http://schemas.microsoft.com/office/drawing/2014/main" id="{AE552E09-909F-E881-524F-57D2AAB017A8}"/>
                </a:ext>
              </a:extLst>
            </p:cNvPr>
            <p:cNvGrpSpPr/>
            <p:nvPr/>
          </p:nvGrpSpPr>
          <p:grpSpPr>
            <a:xfrm>
              <a:off x="2433946" y="2060970"/>
              <a:ext cx="869435" cy="231775"/>
              <a:chOff x="2567940" y="2248450"/>
              <a:chExt cx="869435" cy="231775"/>
            </a:xfrm>
          </p:grpSpPr>
          <p:pic>
            <p:nvPicPr>
              <p:cNvPr id="406" name="图片 405">
                <a:extLst>
                  <a:ext uri="{FF2B5EF4-FFF2-40B4-BE49-F238E27FC236}">
                    <a16:creationId xmlns:a16="http://schemas.microsoft.com/office/drawing/2014/main" id="{93FFDD1F-3C37-8862-52E5-14A9C9A41C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alphaModFix amt="35000"/>
              </a:blip>
              <a:stretch>
                <a:fillRect/>
              </a:stretch>
            </p:blipFill>
            <p:spPr>
              <a:xfrm>
                <a:off x="2624575" y="2248450"/>
                <a:ext cx="812800" cy="1905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  <p:pic>
            <p:nvPicPr>
              <p:cNvPr id="410" name="图片 409">
                <a:extLst>
                  <a:ext uri="{FF2B5EF4-FFF2-40B4-BE49-F238E27FC236}">
                    <a16:creationId xmlns:a16="http://schemas.microsoft.com/office/drawing/2014/main" id="{579BC3B0-D1EA-1B78-8A29-C87BF3F972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alphaModFix amt="70000"/>
              </a:blip>
              <a:stretch>
                <a:fillRect/>
              </a:stretch>
            </p:blipFill>
            <p:spPr>
              <a:xfrm>
                <a:off x="2596257" y="2269088"/>
                <a:ext cx="812800" cy="1905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  <p:pic>
            <p:nvPicPr>
              <p:cNvPr id="411" name="图片 410">
                <a:extLst>
                  <a:ext uri="{FF2B5EF4-FFF2-40B4-BE49-F238E27FC236}">
                    <a16:creationId xmlns:a16="http://schemas.microsoft.com/office/drawing/2014/main" id="{51AD33B1-AB6F-0F50-634D-2D7F2CB3C9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67940" y="2289725"/>
                <a:ext cx="812800" cy="190500"/>
              </a:xfrm>
              <a:prstGeom prst="rect">
                <a:avLst/>
              </a:prstGeom>
              <a:scene3d>
                <a:camera prst="isometricLeftDown">
                  <a:rot lat="2100000" lon="300000" rev="0"/>
                </a:camera>
                <a:lightRig rig="threePt" dir="t"/>
              </a:scene3d>
            </p:spPr>
          </p:pic>
        </p:grpSp>
        <p:sp>
          <p:nvSpPr>
            <p:cNvPr id="422" name="圆角矩形 421">
              <a:extLst>
                <a:ext uri="{FF2B5EF4-FFF2-40B4-BE49-F238E27FC236}">
                  <a16:creationId xmlns:a16="http://schemas.microsoft.com/office/drawing/2014/main" id="{A30A114A-A08B-6CAB-E3B4-9D52AA5FD936}"/>
                </a:ext>
              </a:extLst>
            </p:cNvPr>
            <p:cNvSpPr/>
            <p:nvPr/>
          </p:nvSpPr>
          <p:spPr>
            <a:xfrm>
              <a:off x="2357739" y="625475"/>
              <a:ext cx="1021848" cy="1708701"/>
            </a:xfrm>
            <a:prstGeom prst="roundRect">
              <a:avLst/>
            </a:prstGeom>
            <a:noFill/>
            <a:ln>
              <a:solidFill>
                <a:srgbClr val="2978B5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5" name="组合 424">
            <a:extLst>
              <a:ext uri="{FF2B5EF4-FFF2-40B4-BE49-F238E27FC236}">
                <a16:creationId xmlns:a16="http://schemas.microsoft.com/office/drawing/2014/main" id="{505A00E7-B067-4E2E-86C7-BA28ECD2D112}"/>
              </a:ext>
            </a:extLst>
          </p:cNvPr>
          <p:cNvGrpSpPr/>
          <p:nvPr/>
        </p:nvGrpSpPr>
        <p:grpSpPr>
          <a:xfrm>
            <a:off x="5364531" y="1251417"/>
            <a:ext cx="1021848" cy="1669262"/>
            <a:chOff x="4151563" y="622145"/>
            <a:chExt cx="1021848" cy="1788230"/>
          </a:xfrm>
        </p:grpSpPr>
        <p:pic>
          <p:nvPicPr>
            <p:cNvPr id="342" name="图片 341">
              <a:extLst>
                <a:ext uri="{FF2B5EF4-FFF2-40B4-BE49-F238E27FC236}">
                  <a16:creationId xmlns:a16="http://schemas.microsoft.com/office/drawing/2014/main" id="{9ADBDE4F-D969-BB7E-758B-6F6B504AD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256087" y="1298793"/>
              <a:ext cx="812800" cy="177800"/>
            </a:xfrm>
            <a:prstGeom prst="rect">
              <a:avLst/>
            </a:prstGeom>
          </p:spPr>
        </p:pic>
        <p:pic>
          <p:nvPicPr>
            <p:cNvPr id="343" name="图片 342">
              <a:extLst>
                <a:ext uri="{FF2B5EF4-FFF2-40B4-BE49-F238E27FC236}">
                  <a16:creationId xmlns:a16="http://schemas.microsoft.com/office/drawing/2014/main" id="{E04FAD83-6737-20E5-708F-9CF87BD30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256087" y="1576347"/>
              <a:ext cx="812800" cy="165100"/>
            </a:xfrm>
            <a:prstGeom prst="rect">
              <a:avLst/>
            </a:prstGeom>
          </p:spPr>
        </p:pic>
        <p:pic>
          <p:nvPicPr>
            <p:cNvPr id="344" name="图片 343">
              <a:extLst>
                <a:ext uri="{FF2B5EF4-FFF2-40B4-BE49-F238E27FC236}">
                  <a16:creationId xmlns:a16="http://schemas.microsoft.com/office/drawing/2014/main" id="{FDFD01BA-A099-545C-698B-E233747E6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6087" y="1008539"/>
              <a:ext cx="812800" cy="190500"/>
            </a:xfrm>
            <a:prstGeom prst="rect">
              <a:avLst/>
            </a:prstGeom>
          </p:spPr>
        </p:pic>
        <p:pic>
          <p:nvPicPr>
            <p:cNvPr id="345" name="图片 344">
              <a:extLst>
                <a:ext uri="{FF2B5EF4-FFF2-40B4-BE49-F238E27FC236}">
                  <a16:creationId xmlns:a16="http://schemas.microsoft.com/office/drawing/2014/main" id="{932A4586-BE50-95C1-23EB-1C7726A45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6087" y="1838712"/>
              <a:ext cx="812800" cy="190500"/>
            </a:xfrm>
            <a:prstGeom prst="rect">
              <a:avLst/>
            </a:prstGeom>
          </p:spPr>
        </p:pic>
        <p:pic>
          <p:nvPicPr>
            <p:cNvPr id="415" name="图片 414">
              <a:extLst>
                <a:ext uri="{FF2B5EF4-FFF2-40B4-BE49-F238E27FC236}">
                  <a16:creationId xmlns:a16="http://schemas.microsoft.com/office/drawing/2014/main" id="{5A2BF2BD-B31F-B8EF-61CB-24C17F4F5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256087" y="2097483"/>
              <a:ext cx="812800" cy="190500"/>
            </a:xfrm>
            <a:prstGeom prst="rect">
              <a:avLst/>
            </a:prstGeom>
            <a:scene3d>
              <a:camera prst="isometricLeftDown">
                <a:rot lat="0" lon="0" rev="0"/>
              </a:camera>
              <a:lightRig rig="threePt" dir="t"/>
            </a:scene3d>
          </p:spPr>
        </p:pic>
        <p:sp>
          <p:nvSpPr>
            <p:cNvPr id="417" name="圆角矩形 416">
              <a:extLst>
                <a:ext uri="{FF2B5EF4-FFF2-40B4-BE49-F238E27FC236}">
                  <a16:creationId xmlns:a16="http://schemas.microsoft.com/office/drawing/2014/main" id="{AE167EB4-CEF0-CDCE-49F0-E15FBF192437}"/>
                </a:ext>
              </a:extLst>
            </p:cNvPr>
            <p:cNvSpPr/>
            <p:nvPr/>
          </p:nvSpPr>
          <p:spPr>
            <a:xfrm>
              <a:off x="4151563" y="622145"/>
              <a:ext cx="1021848" cy="26435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 dirty="0">
                  <a:solidFill>
                    <a:schemeClr val="tx1"/>
                  </a:solidFill>
                </a:rPr>
                <a:t>contexts</a:t>
              </a:r>
              <a:endParaRPr kumimoji="1"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24" name="圆角矩形 423">
              <a:extLst>
                <a:ext uri="{FF2B5EF4-FFF2-40B4-BE49-F238E27FC236}">
                  <a16:creationId xmlns:a16="http://schemas.microsoft.com/office/drawing/2014/main" id="{3BA9709F-DF29-95CC-D6C4-FD4FBFC9FD01}"/>
                </a:ext>
              </a:extLst>
            </p:cNvPr>
            <p:cNvSpPr/>
            <p:nvPr/>
          </p:nvSpPr>
          <p:spPr>
            <a:xfrm>
              <a:off x="4151563" y="625475"/>
              <a:ext cx="1021848" cy="1784900"/>
            </a:xfrm>
            <a:prstGeom prst="roundRect">
              <a:avLst/>
            </a:prstGeom>
            <a:noFill/>
            <a:ln>
              <a:solidFill>
                <a:srgbClr val="2978B5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28" name="矩形 427">
            <a:extLst>
              <a:ext uri="{FF2B5EF4-FFF2-40B4-BE49-F238E27FC236}">
                <a16:creationId xmlns:a16="http://schemas.microsoft.com/office/drawing/2014/main" id="{ACA08264-F093-B67F-94F1-4F005359EAFC}"/>
              </a:ext>
            </a:extLst>
          </p:cNvPr>
          <p:cNvSpPr>
            <a:spLocks noGrp="1"/>
          </p:cNvSpPr>
          <p:nvPr/>
        </p:nvSpPr>
        <p:spPr>
          <a:xfrm>
            <a:off x="2851797" y="4395541"/>
            <a:ext cx="2116132" cy="219165"/>
          </a:xfrm>
          <a:prstGeom prst="rect">
            <a:avLst/>
          </a:prstGeom>
          <a:solidFill>
            <a:srgbClr val="F2EDF9"/>
          </a:solidFill>
          <a:ln w="11430">
            <a:solidFill>
              <a:srgbClr val="8160B7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9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Satellite-</a:t>
            </a:r>
            <a:r>
              <a:rPr lang="fr-FR" altLang="zh-CN" sz="900" dirty="0" err="1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subset</a:t>
            </a:r>
            <a:r>
              <a:rPr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</a:t>
            </a:r>
            <a:r>
              <a:rPr lang="fr-FR" altLang="zh-CN" sz="900" dirty="0" err="1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selection</a:t>
            </a:r>
            <a:endParaRPr lang="fr-FR" altLang="zh-CN" sz="9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429" name="矩形 428">
            <a:extLst>
              <a:ext uri="{FF2B5EF4-FFF2-40B4-BE49-F238E27FC236}">
                <a16:creationId xmlns:a16="http://schemas.microsoft.com/office/drawing/2014/main" id="{6D1BFC7D-6876-4262-E994-734D53E0046F}"/>
              </a:ext>
            </a:extLst>
          </p:cNvPr>
          <p:cNvSpPr>
            <a:spLocks noGrp="1"/>
          </p:cNvSpPr>
          <p:nvPr/>
        </p:nvSpPr>
        <p:spPr>
          <a:xfrm>
            <a:off x="2851797" y="4700532"/>
            <a:ext cx="2116131" cy="219165"/>
          </a:xfrm>
          <a:prstGeom prst="rect">
            <a:avLst/>
          </a:prstGeom>
          <a:solidFill>
            <a:srgbClr val="E9781E">
              <a:alpha val="9804"/>
            </a:srgbClr>
          </a:solidFill>
          <a:ln w="11430">
            <a:solidFill>
              <a:srgbClr val="E9781E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BW</a:t>
            </a:r>
            <a:r>
              <a:rPr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</a:t>
            </a:r>
            <a:r>
              <a:rPr lang="fr-FR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allocation</a:t>
            </a:r>
          </a:p>
        </p:txBody>
      </p:sp>
      <p:sp>
        <p:nvSpPr>
          <p:cNvPr id="430" name="矩形 429">
            <a:extLst>
              <a:ext uri="{FF2B5EF4-FFF2-40B4-BE49-F238E27FC236}">
                <a16:creationId xmlns:a16="http://schemas.microsoft.com/office/drawing/2014/main" id="{2F0E475F-984B-2156-677B-ED9F4B88390F}"/>
              </a:ext>
            </a:extLst>
          </p:cNvPr>
          <p:cNvSpPr>
            <a:spLocks noGrp="1"/>
          </p:cNvSpPr>
          <p:nvPr/>
        </p:nvSpPr>
        <p:spPr>
          <a:xfrm>
            <a:off x="5034604" y="4398783"/>
            <a:ext cx="2733146" cy="214789"/>
          </a:xfrm>
          <a:prstGeom prst="rect">
            <a:avLst/>
          </a:prstGeom>
          <a:solidFill>
            <a:srgbClr val="F2EDF9"/>
          </a:solidFill>
          <a:ln w="11430">
            <a:solidFill>
              <a:srgbClr val="8160B7">
                <a:alpha val="50196"/>
              </a:srgbClr>
            </a:solidFill>
            <a:prstDash val="sysDash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Backhaul</a:t>
            </a:r>
            <a:r>
              <a:rPr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</a:t>
            </a: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Context</a:t>
            </a:r>
            <a:r>
              <a:rPr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</a:t>
            </a:r>
            <a:r>
              <a:rPr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Update</a:t>
            </a:r>
            <a:endParaRPr sz="900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432" name="文本框 431">
            <a:extLst>
              <a:ext uri="{FF2B5EF4-FFF2-40B4-BE49-F238E27FC236}">
                <a16:creationId xmlns:a16="http://schemas.microsoft.com/office/drawing/2014/main" id="{9F1D5FE4-7651-2831-196D-A5AE2B79DC2A}"/>
              </a:ext>
            </a:extLst>
          </p:cNvPr>
          <p:cNvSpPr txBox="1"/>
          <p:nvPr/>
        </p:nvSpPr>
        <p:spPr>
          <a:xfrm>
            <a:off x="4404608" y="3792340"/>
            <a:ext cx="1766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Staged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</a:t>
            </a:r>
          </a:p>
        </p:txBody>
      </p:sp>
      <p:sp>
        <p:nvSpPr>
          <p:cNvPr id="433" name="右箭头 432">
            <a:extLst>
              <a:ext uri="{FF2B5EF4-FFF2-40B4-BE49-F238E27FC236}">
                <a16:creationId xmlns:a16="http://schemas.microsoft.com/office/drawing/2014/main" id="{A48B2330-E01C-B5DE-B527-25B85A64BE00}"/>
              </a:ext>
            </a:extLst>
          </p:cNvPr>
          <p:cNvSpPr/>
          <p:nvPr/>
        </p:nvSpPr>
        <p:spPr>
          <a:xfrm flipV="1">
            <a:off x="4931529" y="4088390"/>
            <a:ext cx="185227" cy="214788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FFAF7">
              <a:alpha val="50000"/>
            </a:srgbClr>
          </a:solidFill>
          <a:ln w="9525">
            <a:solidFill>
              <a:srgbClr val="2978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5" name="右箭头 434">
            <a:extLst>
              <a:ext uri="{FF2B5EF4-FFF2-40B4-BE49-F238E27FC236}">
                <a16:creationId xmlns:a16="http://schemas.microsoft.com/office/drawing/2014/main" id="{2C7818B4-BFAF-001C-E986-AB48246E57A0}"/>
              </a:ext>
            </a:extLst>
          </p:cNvPr>
          <p:cNvSpPr/>
          <p:nvPr/>
        </p:nvSpPr>
        <p:spPr>
          <a:xfrm>
            <a:off x="4921063" y="4386067"/>
            <a:ext cx="206157" cy="241994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2EDF9">
              <a:alpha val="50000"/>
            </a:srgbClr>
          </a:solidFill>
          <a:ln w="9525">
            <a:solidFill>
              <a:srgbClr val="8160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6" name="直角上箭头 435">
            <a:extLst>
              <a:ext uri="{FF2B5EF4-FFF2-40B4-BE49-F238E27FC236}">
                <a16:creationId xmlns:a16="http://schemas.microsoft.com/office/drawing/2014/main" id="{45718BC6-2EE9-8826-543C-F06042672CB7}"/>
              </a:ext>
            </a:extLst>
          </p:cNvPr>
          <p:cNvSpPr/>
          <p:nvPr/>
        </p:nvSpPr>
        <p:spPr>
          <a:xfrm flipV="1">
            <a:off x="4797055" y="4752937"/>
            <a:ext cx="300694" cy="252586"/>
          </a:xfrm>
          <a:prstGeom prst="bentUpArrow">
            <a:avLst>
              <a:gd name="adj1" fmla="val 43478"/>
              <a:gd name="adj2" fmla="val 43614"/>
              <a:gd name="adj3" fmla="val 39057"/>
            </a:avLst>
          </a:prstGeom>
          <a:solidFill>
            <a:srgbClr val="FFFAF7">
              <a:alpha val="50196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8160B7"/>
              </a:solidFill>
            </a:endParaRPr>
          </a:p>
        </p:txBody>
      </p:sp>
      <p:grpSp>
        <p:nvGrpSpPr>
          <p:cNvPr id="437" name="组合 436">
            <a:extLst>
              <a:ext uri="{FF2B5EF4-FFF2-40B4-BE49-F238E27FC236}">
                <a16:creationId xmlns:a16="http://schemas.microsoft.com/office/drawing/2014/main" id="{E738DB79-E641-4464-D563-2E6A11FA57F4}"/>
              </a:ext>
            </a:extLst>
          </p:cNvPr>
          <p:cNvGrpSpPr/>
          <p:nvPr/>
        </p:nvGrpSpPr>
        <p:grpSpPr>
          <a:xfrm>
            <a:off x="2935601" y="2993534"/>
            <a:ext cx="3439980" cy="518039"/>
            <a:chOff x="4151563" y="-368396"/>
            <a:chExt cx="1021848" cy="2778771"/>
          </a:xfrm>
        </p:grpSpPr>
        <p:pic>
          <p:nvPicPr>
            <p:cNvPr id="438" name="图片 437">
              <a:extLst>
                <a:ext uri="{FF2B5EF4-FFF2-40B4-BE49-F238E27FC236}">
                  <a16:creationId xmlns:a16="http://schemas.microsoft.com/office/drawing/2014/main" id="{3A72216D-E08C-2624-FB1D-4A357152D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256087" y="1298793"/>
              <a:ext cx="812800" cy="177800"/>
            </a:xfrm>
            <a:prstGeom prst="rect">
              <a:avLst/>
            </a:prstGeom>
          </p:spPr>
        </p:pic>
        <p:pic>
          <p:nvPicPr>
            <p:cNvPr id="439" name="图片 438">
              <a:extLst>
                <a:ext uri="{FF2B5EF4-FFF2-40B4-BE49-F238E27FC236}">
                  <a16:creationId xmlns:a16="http://schemas.microsoft.com/office/drawing/2014/main" id="{B2D05720-F9DD-F404-C03A-11BE0BCD0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256087" y="1576347"/>
              <a:ext cx="812800" cy="165100"/>
            </a:xfrm>
            <a:prstGeom prst="rect">
              <a:avLst/>
            </a:prstGeom>
          </p:spPr>
        </p:pic>
        <p:pic>
          <p:nvPicPr>
            <p:cNvPr id="440" name="图片 439">
              <a:extLst>
                <a:ext uri="{FF2B5EF4-FFF2-40B4-BE49-F238E27FC236}">
                  <a16:creationId xmlns:a16="http://schemas.microsoft.com/office/drawing/2014/main" id="{8325E1F3-2490-9C7E-FE74-76683EBAD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6087" y="1008539"/>
              <a:ext cx="812800" cy="190500"/>
            </a:xfrm>
            <a:prstGeom prst="rect">
              <a:avLst/>
            </a:prstGeom>
          </p:spPr>
        </p:pic>
        <p:pic>
          <p:nvPicPr>
            <p:cNvPr id="441" name="图片 440">
              <a:extLst>
                <a:ext uri="{FF2B5EF4-FFF2-40B4-BE49-F238E27FC236}">
                  <a16:creationId xmlns:a16="http://schemas.microsoft.com/office/drawing/2014/main" id="{F4DBA0A1-003C-FD1E-F0C7-946802F0A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6087" y="1838712"/>
              <a:ext cx="812800" cy="190500"/>
            </a:xfrm>
            <a:prstGeom prst="rect">
              <a:avLst/>
            </a:prstGeom>
          </p:spPr>
        </p:pic>
        <p:pic>
          <p:nvPicPr>
            <p:cNvPr id="442" name="图片 441">
              <a:extLst>
                <a:ext uri="{FF2B5EF4-FFF2-40B4-BE49-F238E27FC236}">
                  <a16:creationId xmlns:a16="http://schemas.microsoft.com/office/drawing/2014/main" id="{23A0D035-D0A4-8595-300C-667033B378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256087" y="2097483"/>
              <a:ext cx="812800" cy="190500"/>
            </a:xfrm>
            <a:prstGeom prst="rect">
              <a:avLst/>
            </a:prstGeom>
            <a:scene3d>
              <a:camera prst="isometricLeftDown">
                <a:rot lat="0" lon="0" rev="0"/>
              </a:camera>
              <a:lightRig rig="threePt" dir="t"/>
            </a:scene3d>
          </p:spPr>
        </p:pic>
        <p:sp>
          <p:nvSpPr>
            <p:cNvPr id="444" name="圆角矩形 443">
              <a:extLst>
                <a:ext uri="{FF2B5EF4-FFF2-40B4-BE49-F238E27FC236}">
                  <a16:creationId xmlns:a16="http://schemas.microsoft.com/office/drawing/2014/main" id="{25F91961-4A22-6D0D-72A4-D1F25321F702}"/>
                </a:ext>
              </a:extLst>
            </p:cNvPr>
            <p:cNvSpPr/>
            <p:nvPr/>
          </p:nvSpPr>
          <p:spPr>
            <a:xfrm>
              <a:off x="4151563" y="625475"/>
              <a:ext cx="1021848" cy="1784900"/>
            </a:xfrm>
            <a:prstGeom prst="roundRect">
              <a:avLst/>
            </a:prstGeom>
            <a:noFill/>
            <a:ln>
              <a:solidFill>
                <a:srgbClr val="2978B5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43" name="圆角矩形 442">
              <a:extLst>
                <a:ext uri="{FF2B5EF4-FFF2-40B4-BE49-F238E27FC236}">
                  <a16:creationId xmlns:a16="http://schemas.microsoft.com/office/drawing/2014/main" id="{7B0690B8-1FC1-B141-6831-6E7C47EC7BEB}"/>
                </a:ext>
              </a:extLst>
            </p:cNvPr>
            <p:cNvSpPr/>
            <p:nvPr/>
          </p:nvSpPr>
          <p:spPr>
            <a:xfrm>
              <a:off x="4560720" y="-368396"/>
              <a:ext cx="522669" cy="1230962"/>
            </a:xfrm>
            <a:prstGeom prst="roundRect">
              <a:avLst/>
            </a:prstGeom>
            <a:noFill/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b="1" dirty="0">
                  <a:solidFill>
                    <a:schemeClr val="tx1"/>
                  </a:solidFill>
                </a:rPr>
                <a:t>Aggregated</a:t>
              </a:r>
              <a:r>
                <a:rPr kumimoji="1" lang="zh-CN" altLang="en-US" sz="1200" b="1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1200" b="1" dirty="0">
                  <a:solidFill>
                    <a:schemeClr val="tx1"/>
                  </a:solidFill>
                </a:rPr>
                <a:t>contexts</a:t>
              </a:r>
              <a:endParaRPr kumimoji="1" lang="zh-CN" alt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45" name="右箭头 444">
            <a:extLst>
              <a:ext uri="{FF2B5EF4-FFF2-40B4-BE49-F238E27FC236}">
                <a16:creationId xmlns:a16="http://schemas.microsoft.com/office/drawing/2014/main" id="{9D7CBA13-FFBE-03E3-31F6-1EE88655D3BE}"/>
              </a:ext>
            </a:extLst>
          </p:cNvPr>
          <p:cNvSpPr/>
          <p:nvPr/>
        </p:nvSpPr>
        <p:spPr>
          <a:xfrm rot="5400000">
            <a:off x="5991481" y="2885124"/>
            <a:ext cx="512493" cy="445262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4FCFF">
              <a:alpha val="50000"/>
            </a:srgbClr>
          </a:solidFill>
          <a:ln>
            <a:solidFill>
              <a:srgbClr val="9AC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6" name="右箭头 445">
            <a:extLst>
              <a:ext uri="{FF2B5EF4-FFF2-40B4-BE49-F238E27FC236}">
                <a16:creationId xmlns:a16="http://schemas.microsoft.com/office/drawing/2014/main" id="{394571C6-45E0-75EA-D70B-688D7872436C}"/>
              </a:ext>
            </a:extLst>
          </p:cNvPr>
          <p:cNvSpPr/>
          <p:nvPr/>
        </p:nvSpPr>
        <p:spPr>
          <a:xfrm rot="5400000">
            <a:off x="2872664" y="3439994"/>
            <a:ext cx="512493" cy="445262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4FCFF">
              <a:alpha val="50000"/>
            </a:srgbClr>
          </a:solidFill>
          <a:ln>
            <a:solidFill>
              <a:srgbClr val="9ACA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9" name="文本框 448">
            <a:extLst>
              <a:ext uri="{FF2B5EF4-FFF2-40B4-BE49-F238E27FC236}">
                <a16:creationId xmlns:a16="http://schemas.microsoft.com/office/drawing/2014/main" id="{E7AEFC55-22FD-8450-00CF-6A3D8C9BC00D}"/>
              </a:ext>
            </a:extLst>
          </p:cNvPr>
          <p:cNvSpPr txBox="1"/>
          <p:nvPr/>
        </p:nvSpPr>
        <p:spPr>
          <a:xfrm>
            <a:off x="2867301" y="405948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2978B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50" name="文本框 449">
            <a:extLst>
              <a:ext uri="{FF2B5EF4-FFF2-40B4-BE49-F238E27FC236}">
                <a16:creationId xmlns:a16="http://schemas.microsoft.com/office/drawing/2014/main" id="{EA79CD27-89BB-D90D-A87D-061EDBF6B8DA}"/>
              </a:ext>
            </a:extLst>
          </p:cNvPr>
          <p:cNvSpPr txBox="1"/>
          <p:nvPr/>
        </p:nvSpPr>
        <p:spPr>
          <a:xfrm>
            <a:off x="2872268" y="436595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8160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51" name="文本框 450">
            <a:extLst>
              <a:ext uri="{FF2B5EF4-FFF2-40B4-BE49-F238E27FC236}">
                <a16:creationId xmlns:a16="http://schemas.microsoft.com/office/drawing/2014/main" id="{09B68ED4-9F5A-FCAF-8306-F8CA2C3EE680}"/>
              </a:ext>
            </a:extLst>
          </p:cNvPr>
          <p:cNvSpPr txBox="1"/>
          <p:nvPr/>
        </p:nvSpPr>
        <p:spPr>
          <a:xfrm>
            <a:off x="2873964" y="4678378"/>
            <a:ext cx="246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rgbClr val="E978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52" name="直角上箭头 451">
            <a:extLst>
              <a:ext uri="{FF2B5EF4-FFF2-40B4-BE49-F238E27FC236}">
                <a16:creationId xmlns:a16="http://schemas.microsoft.com/office/drawing/2014/main" id="{456F487F-93CC-0A5E-022B-AF7034DFFFB2}"/>
              </a:ext>
            </a:extLst>
          </p:cNvPr>
          <p:cNvSpPr/>
          <p:nvPr/>
        </p:nvSpPr>
        <p:spPr>
          <a:xfrm rot="5400000" flipV="1">
            <a:off x="7632269" y="4179900"/>
            <a:ext cx="161522" cy="142243"/>
          </a:xfrm>
          <a:prstGeom prst="bentUpArrow">
            <a:avLst/>
          </a:prstGeom>
          <a:solidFill>
            <a:srgbClr val="F2EDF9"/>
          </a:solidFill>
          <a:ln w="9525">
            <a:solidFill>
              <a:srgbClr val="8160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4" name="直角上箭头 453">
            <a:extLst>
              <a:ext uri="{FF2B5EF4-FFF2-40B4-BE49-F238E27FC236}">
                <a16:creationId xmlns:a16="http://schemas.microsoft.com/office/drawing/2014/main" id="{487ECBA0-3EDE-0367-C310-50E66D6F042F}"/>
              </a:ext>
            </a:extLst>
          </p:cNvPr>
          <p:cNvSpPr/>
          <p:nvPr/>
        </p:nvSpPr>
        <p:spPr>
          <a:xfrm rot="5400000" flipV="1">
            <a:off x="7632269" y="4491067"/>
            <a:ext cx="161522" cy="142243"/>
          </a:xfrm>
          <a:prstGeom prst="bentUpArrow">
            <a:avLst/>
          </a:prstGeom>
          <a:solidFill>
            <a:srgbClr val="FFFAF7"/>
          </a:solidFill>
          <a:ln w="9525">
            <a:solidFill>
              <a:srgbClr val="E978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6" name="圆角矩形 455">
            <a:extLst>
              <a:ext uri="{FF2B5EF4-FFF2-40B4-BE49-F238E27FC236}">
                <a16:creationId xmlns:a16="http://schemas.microsoft.com/office/drawing/2014/main" id="{564F7E49-35A3-DE99-0905-0F253DEC4927}"/>
              </a:ext>
            </a:extLst>
          </p:cNvPr>
          <p:cNvSpPr/>
          <p:nvPr/>
        </p:nvSpPr>
        <p:spPr>
          <a:xfrm>
            <a:off x="4456774" y="5079059"/>
            <a:ext cx="880442" cy="524122"/>
          </a:xfrm>
          <a:prstGeom prst="roundRect">
            <a:avLst/>
          </a:prstGeom>
          <a:noFill/>
          <a:ln>
            <a:solidFill>
              <a:srgbClr val="2978B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457" name="圆角矩形 456">
            <a:extLst>
              <a:ext uri="{FF2B5EF4-FFF2-40B4-BE49-F238E27FC236}">
                <a16:creationId xmlns:a16="http://schemas.microsoft.com/office/drawing/2014/main" id="{366188DF-80BD-8A38-4445-35285D10674B}"/>
              </a:ext>
            </a:extLst>
          </p:cNvPr>
          <p:cNvSpPr/>
          <p:nvPr/>
        </p:nvSpPr>
        <p:spPr>
          <a:xfrm>
            <a:off x="5511435" y="5079059"/>
            <a:ext cx="880442" cy="524122"/>
          </a:xfrm>
          <a:prstGeom prst="roundRect">
            <a:avLst/>
          </a:prstGeom>
          <a:noFill/>
          <a:ln>
            <a:solidFill>
              <a:srgbClr val="8160B7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458" name="圆角矩形 457">
            <a:extLst>
              <a:ext uri="{FF2B5EF4-FFF2-40B4-BE49-F238E27FC236}">
                <a16:creationId xmlns:a16="http://schemas.microsoft.com/office/drawing/2014/main" id="{009BB740-CCC9-4741-8742-C81C6543739E}"/>
              </a:ext>
            </a:extLst>
          </p:cNvPr>
          <p:cNvSpPr/>
          <p:nvPr/>
        </p:nvSpPr>
        <p:spPr>
          <a:xfrm>
            <a:off x="6583555" y="5079059"/>
            <a:ext cx="880442" cy="524122"/>
          </a:xfrm>
          <a:prstGeom prst="roundRect">
            <a:avLst/>
          </a:prstGeom>
          <a:noFill/>
          <a:ln>
            <a:solidFill>
              <a:srgbClr val="E9781E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b="1" dirty="0">
              <a:solidFill>
                <a:schemeClr val="tx1"/>
              </a:solidFill>
            </a:endParaRPr>
          </a:p>
        </p:txBody>
      </p:sp>
      <p:grpSp>
        <p:nvGrpSpPr>
          <p:cNvPr id="527" name="组合 526">
            <a:extLst>
              <a:ext uri="{FF2B5EF4-FFF2-40B4-BE49-F238E27FC236}">
                <a16:creationId xmlns:a16="http://schemas.microsoft.com/office/drawing/2014/main" id="{8A35302C-EB7C-F8A6-10DB-582CC149364D}"/>
              </a:ext>
            </a:extLst>
          </p:cNvPr>
          <p:cNvGrpSpPr/>
          <p:nvPr/>
        </p:nvGrpSpPr>
        <p:grpSpPr>
          <a:xfrm>
            <a:off x="4557252" y="5105583"/>
            <a:ext cx="497668" cy="468145"/>
            <a:chOff x="3344284" y="4479641"/>
            <a:chExt cx="497668" cy="468145"/>
          </a:xfrm>
        </p:grpSpPr>
        <p:sp>
          <p:nvSpPr>
            <p:cNvPr id="460" name="椭圆 459">
              <a:extLst>
                <a:ext uri="{FF2B5EF4-FFF2-40B4-BE49-F238E27FC236}">
                  <a16:creationId xmlns:a16="http://schemas.microsoft.com/office/drawing/2014/main" id="{6B6ABD73-38BA-D798-2D9D-A38B47F33585}"/>
                </a:ext>
              </a:extLst>
            </p:cNvPr>
            <p:cNvSpPr/>
            <p:nvPr/>
          </p:nvSpPr>
          <p:spPr>
            <a:xfrm flipV="1">
              <a:off x="3383429" y="4600670"/>
              <a:ext cx="312271" cy="313613"/>
            </a:xfrm>
            <a:prstGeom prst="ellipse">
              <a:avLst/>
            </a:prstGeom>
            <a:solidFill>
              <a:srgbClr val="F4FCFF"/>
            </a:solidFill>
            <a:ln w="9525">
              <a:solidFill>
                <a:srgbClr val="297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59" name="椭圆 458">
              <a:extLst>
                <a:ext uri="{FF2B5EF4-FFF2-40B4-BE49-F238E27FC236}">
                  <a16:creationId xmlns:a16="http://schemas.microsoft.com/office/drawing/2014/main" id="{7FBA9DF0-7234-AD68-DB51-22452D13B0B0}"/>
                </a:ext>
              </a:extLst>
            </p:cNvPr>
            <p:cNvSpPr/>
            <p:nvPr/>
          </p:nvSpPr>
          <p:spPr>
            <a:xfrm flipV="1">
              <a:off x="3472367" y="4776578"/>
              <a:ext cx="45719" cy="48005"/>
            </a:xfrm>
            <a:prstGeom prst="ellipse">
              <a:avLst/>
            </a:prstGeom>
            <a:solidFill>
              <a:srgbClr val="9ACADC"/>
            </a:solidFill>
            <a:ln w="9525">
              <a:solidFill>
                <a:srgbClr val="297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463" name="直线箭头连接符 462">
              <a:extLst>
                <a:ext uri="{FF2B5EF4-FFF2-40B4-BE49-F238E27FC236}">
                  <a16:creationId xmlns:a16="http://schemas.microsoft.com/office/drawing/2014/main" id="{ECAF969D-FB96-C4E7-57A8-2D7DCBD4B5B7}"/>
                </a:ext>
              </a:extLst>
            </p:cNvPr>
            <p:cNvCxnSpPr>
              <a:cxnSpLocks/>
              <a:stCxn id="459" idx="5"/>
            </p:cNvCxnSpPr>
            <p:nvPr/>
          </p:nvCxnSpPr>
          <p:spPr>
            <a:xfrm flipV="1">
              <a:off x="3511391" y="4502150"/>
              <a:ext cx="310245" cy="281458"/>
            </a:xfrm>
            <a:prstGeom prst="straightConnector1">
              <a:avLst/>
            </a:prstGeom>
            <a:ln w="6350">
              <a:solidFill>
                <a:srgbClr val="2978B5"/>
              </a:solidFill>
              <a:headEnd type="none" w="med" len="med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8" name="椭圆 467">
              <a:extLst>
                <a:ext uri="{FF2B5EF4-FFF2-40B4-BE49-F238E27FC236}">
                  <a16:creationId xmlns:a16="http://schemas.microsoft.com/office/drawing/2014/main" id="{C2033647-4035-73A3-8051-2EA3C0F3F3AA}"/>
                </a:ext>
              </a:extLst>
            </p:cNvPr>
            <p:cNvSpPr/>
            <p:nvPr/>
          </p:nvSpPr>
          <p:spPr>
            <a:xfrm flipV="1">
              <a:off x="3344284" y="4488583"/>
              <a:ext cx="457238" cy="459203"/>
            </a:xfrm>
            <a:prstGeom prst="ellipse">
              <a:avLst/>
            </a:prstGeom>
            <a:noFill/>
            <a:ln w="9525">
              <a:solidFill>
                <a:srgbClr val="C92422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472" name="直线箭头连接符 471">
              <a:extLst>
                <a:ext uri="{FF2B5EF4-FFF2-40B4-BE49-F238E27FC236}">
                  <a16:creationId xmlns:a16="http://schemas.microsoft.com/office/drawing/2014/main" id="{939F1CD6-6BA9-BC7F-D569-5E34554046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646" y="4753525"/>
              <a:ext cx="184229" cy="38854"/>
            </a:xfrm>
            <a:prstGeom prst="straightConnector1">
              <a:avLst/>
            </a:prstGeom>
            <a:ln w="6350">
              <a:solidFill>
                <a:srgbClr val="2978B5"/>
              </a:solidFill>
              <a:prstDash val="sysDot"/>
              <a:headEnd type="none" w="med" len="med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5" name="椭圆 524">
              <a:extLst>
                <a:ext uri="{FF2B5EF4-FFF2-40B4-BE49-F238E27FC236}">
                  <a16:creationId xmlns:a16="http://schemas.microsoft.com/office/drawing/2014/main" id="{915E2EC8-CD5D-0EC8-0E3D-9AEB1A12C000}"/>
                </a:ext>
              </a:extLst>
            </p:cNvPr>
            <p:cNvSpPr/>
            <p:nvPr/>
          </p:nvSpPr>
          <p:spPr>
            <a:xfrm flipV="1">
              <a:off x="3669327" y="4729522"/>
              <a:ext cx="45719" cy="48005"/>
            </a:xfrm>
            <a:prstGeom prst="ellipse">
              <a:avLst/>
            </a:prstGeom>
            <a:solidFill>
              <a:srgbClr val="F4FCFF"/>
            </a:solidFill>
            <a:ln w="9525">
              <a:solidFill>
                <a:srgbClr val="2978B5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6" name="椭圆 525">
              <a:extLst>
                <a:ext uri="{FF2B5EF4-FFF2-40B4-BE49-F238E27FC236}">
                  <a16:creationId xmlns:a16="http://schemas.microsoft.com/office/drawing/2014/main" id="{2C5A6B0C-6D2B-42C2-EA6A-5F7FCEFAF362}"/>
                </a:ext>
              </a:extLst>
            </p:cNvPr>
            <p:cNvSpPr/>
            <p:nvPr/>
          </p:nvSpPr>
          <p:spPr>
            <a:xfrm flipV="1">
              <a:off x="3796233" y="4479641"/>
              <a:ext cx="45719" cy="48005"/>
            </a:xfrm>
            <a:prstGeom prst="ellipse">
              <a:avLst/>
            </a:prstGeom>
            <a:noFill/>
            <a:ln w="9525">
              <a:solidFill>
                <a:srgbClr val="C92422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476" name="直线连接符 475">
              <a:extLst>
                <a:ext uri="{FF2B5EF4-FFF2-40B4-BE49-F238E27FC236}">
                  <a16:creationId xmlns:a16="http://schemas.microsoft.com/office/drawing/2014/main" id="{D1E9940A-0A87-26A5-525E-0157594F2A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2525" y="4502150"/>
              <a:ext cx="129111" cy="241850"/>
            </a:xfrm>
            <a:prstGeom prst="line">
              <a:avLst/>
            </a:prstGeom>
            <a:ln w="6350">
              <a:solidFill>
                <a:srgbClr val="C9242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83" name="文本框 482">
                <a:extLst>
                  <a:ext uri="{FF2B5EF4-FFF2-40B4-BE49-F238E27FC236}">
                    <a16:creationId xmlns:a16="http://schemas.microsoft.com/office/drawing/2014/main" id="{9E13901E-2338-4315-19FA-D5C43FD74BEB}"/>
                  </a:ext>
                </a:extLst>
              </p:cNvPr>
              <p:cNvSpPr txBox="1"/>
              <p:nvPr/>
            </p:nvSpPr>
            <p:spPr>
              <a:xfrm>
                <a:off x="4967586" y="5240155"/>
                <a:ext cx="4251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2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2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p>
                          <m:r>
                            <a:rPr kumimoji="1" lang="en-US" altLang="zh-CN" sz="12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83" name="文本框 482">
                <a:extLst>
                  <a:ext uri="{FF2B5EF4-FFF2-40B4-BE49-F238E27FC236}">
                    <a16:creationId xmlns:a16="http://schemas.microsoft.com/office/drawing/2014/main" id="{9E13901E-2338-4315-19FA-D5C43FD74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586" y="5240155"/>
                <a:ext cx="425116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4" name="文本框 483">
                <a:extLst>
                  <a:ext uri="{FF2B5EF4-FFF2-40B4-BE49-F238E27FC236}">
                    <a16:creationId xmlns:a16="http://schemas.microsoft.com/office/drawing/2014/main" id="{CA500CDC-26B0-5080-31C9-A572292F04C0}"/>
                  </a:ext>
                </a:extLst>
              </p:cNvPr>
              <p:cNvSpPr txBox="1"/>
              <p:nvPr/>
            </p:nvSpPr>
            <p:spPr>
              <a:xfrm>
                <a:off x="6057644" y="5211917"/>
                <a:ext cx="3770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2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2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p>
                          <m:r>
                            <a:rPr kumimoji="1" lang="en-US" altLang="zh-CN" sz="12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𝒔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84" name="文本框 483">
                <a:extLst>
                  <a:ext uri="{FF2B5EF4-FFF2-40B4-BE49-F238E27FC236}">
                    <a16:creationId xmlns:a16="http://schemas.microsoft.com/office/drawing/2014/main" id="{CA500CDC-26B0-5080-31C9-A572292F0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644" y="5211917"/>
                <a:ext cx="377026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5" name="文本框 484">
                <a:extLst>
                  <a:ext uri="{FF2B5EF4-FFF2-40B4-BE49-F238E27FC236}">
                    <a16:creationId xmlns:a16="http://schemas.microsoft.com/office/drawing/2014/main" id="{A63AF606-6DFD-3BA1-AF86-32CBB039F2CD}"/>
                  </a:ext>
                </a:extLst>
              </p:cNvPr>
              <p:cNvSpPr txBox="1"/>
              <p:nvPr/>
            </p:nvSpPr>
            <p:spPr>
              <a:xfrm>
                <a:off x="7134560" y="5207243"/>
                <a:ext cx="389850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1" lang="en-US" altLang="zh-CN" sz="12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12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p>
                          <m:r>
                            <a:rPr kumimoji="1" lang="en-US" altLang="zh-CN" sz="12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85" name="文本框 484">
                <a:extLst>
                  <a:ext uri="{FF2B5EF4-FFF2-40B4-BE49-F238E27FC236}">
                    <a16:creationId xmlns:a16="http://schemas.microsoft.com/office/drawing/2014/main" id="{A63AF606-6DFD-3BA1-AF86-32CBB039F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560" y="5207243"/>
                <a:ext cx="389850" cy="28398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7" name="组合 506">
            <a:extLst>
              <a:ext uri="{FF2B5EF4-FFF2-40B4-BE49-F238E27FC236}">
                <a16:creationId xmlns:a16="http://schemas.microsoft.com/office/drawing/2014/main" id="{8721581F-63AA-333E-0C02-8B5AD4DDF2FC}"/>
              </a:ext>
            </a:extLst>
          </p:cNvPr>
          <p:cNvGrpSpPr/>
          <p:nvPr/>
        </p:nvGrpSpPr>
        <p:grpSpPr>
          <a:xfrm>
            <a:off x="5616693" y="5159673"/>
            <a:ext cx="427038" cy="374142"/>
            <a:chOff x="4403725" y="4533731"/>
            <a:chExt cx="427038" cy="374142"/>
          </a:xfrm>
        </p:grpSpPr>
        <p:sp>
          <p:nvSpPr>
            <p:cNvPr id="486" name="椭圆 485">
              <a:extLst>
                <a:ext uri="{FF2B5EF4-FFF2-40B4-BE49-F238E27FC236}">
                  <a16:creationId xmlns:a16="http://schemas.microsoft.com/office/drawing/2014/main" id="{7D46FB96-AB20-BFF6-8782-D05B7BC4FC8A}"/>
                </a:ext>
              </a:extLst>
            </p:cNvPr>
            <p:cNvSpPr/>
            <p:nvPr/>
          </p:nvSpPr>
          <p:spPr>
            <a:xfrm flipV="1">
              <a:off x="4583001" y="4859868"/>
              <a:ext cx="45719" cy="48005"/>
            </a:xfrm>
            <a:prstGeom prst="ellipse">
              <a:avLst/>
            </a:prstGeom>
            <a:solidFill>
              <a:srgbClr val="9ACADC"/>
            </a:solidFill>
            <a:ln w="9525">
              <a:solidFill>
                <a:srgbClr val="297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8" name="矩形 487">
              <a:extLst>
                <a:ext uri="{FF2B5EF4-FFF2-40B4-BE49-F238E27FC236}">
                  <a16:creationId xmlns:a16="http://schemas.microsoft.com/office/drawing/2014/main" id="{9E3F371A-D5A9-BD29-122D-BC5DD9446516}"/>
                </a:ext>
              </a:extLst>
            </p:cNvPr>
            <p:cNvSpPr/>
            <p:nvPr/>
          </p:nvSpPr>
          <p:spPr>
            <a:xfrm>
              <a:off x="4403725" y="4563025"/>
              <a:ext cx="73025" cy="45719"/>
            </a:xfrm>
            <a:prstGeom prst="rect">
              <a:avLst/>
            </a:prstGeom>
            <a:solidFill>
              <a:srgbClr val="D4CCED"/>
            </a:solidFill>
            <a:ln w="6350">
              <a:solidFill>
                <a:srgbClr val="8160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9" name="矩形 488">
              <a:extLst>
                <a:ext uri="{FF2B5EF4-FFF2-40B4-BE49-F238E27FC236}">
                  <a16:creationId xmlns:a16="http://schemas.microsoft.com/office/drawing/2014/main" id="{6ED23137-0F9F-26EA-0792-7CFB7F486A82}"/>
                </a:ext>
              </a:extLst>
            </p:cNvPr>
            <p:cNvSpPr/>
            <p:nvPr/>
          </p:nvSpPr>
          <p:spPr>
            <a:xfrm>
              <a:off x="4575698" y="4533731"/>
              <a:ext cx="73025" cy="45719"/>
            </a:xfrm>
            <a:prstGeom prst="rect">
              <a:avLst/>
            </a:prstGeom>
            <a:solidFill>
              <a:srgbClr val="D4CCED"/>
            </a:solidFill>
            <a:ln w="6350">
              <a:solidFill>
                <a:srgbClr val="8160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0" name="矩形 489">
              <a:extLst>
                <a:ext uri="{FF2B5EF4-FFF2-40B4-BE49-F238E27FC236}">
                  <a16:creationId xmlns:a16="http://schemas.microsoft.com/office/drawing/2014/main" id="{45867F20-B24D-87F6-64E3-4623C896CDEF}"/>
                </a:ext>
              </a:extLst>
            </p:cNvPr>
            <p:cNvSpPr/>
            <p:nvPr/>
          </p:nvSpPr>
          <p:spPr>
            <a:xfrm>
              <a:off x="4757738" y="4575006"/>
              <a:ext cx="73025" cy="45719"/>
            </a:xfrm>
            <a:prstGeom prst="rect">
              <a:avLst/>
            </a:prstGeom>
            <a:solidFill>
              <a:srgbClr val="D4CCED"/>
            </a:solidFill>
            <a:ln w="6350">
              <a:solidFill>
                <a:srgbClr val="8160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491" name="直线连接符 490">
              <a:extLst>
                <a:ext uri="{FF2B5EF4-FFF2-40B4-BE49-F238E27FC236}">
                  <a16:creationId xmlns:a16="http://schemas.microsoft.com/office/drawing/2014/main" id="{9BE2EF9A-204D-EBB4-599F-AD65EC94ED0E}"/>
                </a:ext>
              </a:extLst>
            </p:cNvPr>
            <p:cNvCxnSpPr>
              <a:cxnSpLocks/>
              <a:stCxn id="490" idx="2"/>
            </p:cNvCxnSpPr>
            <p:nvPr/>
          </p:nvCxnSpPr>
          <p:spPr>
            <a:xfrm flipH="1">
              <a:off x="4678887" y="4620725"/>
              <a:ext cx="115364" cy="170900"/>
            </a:xfrm>
            <a:prstGeom prst="line">
              <a:avLst/>
            </a:prstGeom>
            <a:ln w="12700">
              <a:solidFill>
                <a:srgbClr val="C9242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直线连接符 492">
              <a:extLst>
                <a:ext uri="{FF2B5EF4-FFF2-40B4-BE49-F238E27FC236}">
                  <a16:creationId xmlns:a16="http://schemas.microsoft.com/office/drawing/2014/main" id="{E86A428C-D044-BEFD-45BF-140E73AB9CC2}"/>
                </a:ext>
              </a:extLst>
            </p:cNvPr>
            <p:cNvCxnSpPr>
              <a:cxnSpLocks/>
              <a:endCxn id="486" idx="4"/>
            </p:cNvCxnSpPr>
            <p:nvPr/>
          </p:nvCxnSpPr>
          <p:spPr>
            <a:xfrm flipH="1">
              <a:off x="4605861" y="4582075"/>
              <a:ext cx="6350" cy="277793"/>
            </a:xfrm>
            <a:prstGeom prst="line">
              <a:avLst/>
            </a:prstGeom>
            <a:ln w="6350">
              <a:solidFill>
                <a:srgbClr val="C9242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直线连接符 495">
              <a:extLst>
                <a:ext uri="{FF2B5EF4-FFF2-40B4-BE49-F238E27FC236}">
                  <a16:creationId xmlns:a16="http://schemas.microsoft.com/office/drawing/2014/main" id="{2492D4BE-C1D6-ACCF-18D9-16D64BEB5F28}"/>
                </a:ext>
              </a:extLst>
            </p:cNvPr>
            <p:cNvCxnSpPr>
              <a:cxnSpLocks/>
              <a:stCxn id="488" idx="2"/>
              <a:endCxn id="486" idx="3"/>
            </p:cNvCxnSpPr>
            <p:nvPr/>
          </p:nvCxnSpPr>
          <p:spPr>
            <a:xfrm>
              <a:off x="4440238" y="4608744"/>
              <a:ext cx="149458" cy="258154"/>
            </a:xfrm>
            <a:prstGeom prst="line">
              <a:avLst/>
            </a:prstGeom>
            <a:ln w="6350">
              <a:solidFill>
                <a:srgbClr val="C9242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8" name="组合 507">
            <a:extLst>
              <a:ext uri="{FF2B5EF4-FFF2-40B4-BE49-F238E27FC236}">
                <a16:creationId xmlns:a16="http://schemas.microsoft.com/office/drawing/2014/main" id="{FDC93572-C1CA-FB83-BD7C-DABE8B6BB52A}"/>
              </a:ext>
            </a:extLst>
          </p:cNvPr>
          <p:cNvGrpSpPr/>
          <p:nvPr/>
        </p:nvGrpSpPr>
        <p:grpSpPr>
          <a:xfrm>
            <a:off x="6731771" y="5253010"/>
            <a:ext cx="486710" cy="236705"/>
            <a:chOff x="4402522" y="4859868"/>
            <a:chExt cx="486710" cy="236705"/>
          </a:xfrm>
        </p:grpSpPr>
        <p:sp>
          <p:nvSpPr>
            <p:cNvPr id="509" name="椭圆 508">
              <a:extLst>
                <a:ext uri="{FF2B5EF4-FFF2-40B4-BE49-F238E27FC236}">
                  <a16:creationId xmlns:a16="http://schemas.microsoft.com/office/drawing/2014/main" id="{781DF38B-1161-FA1F-B541-33529B236F07}"/>
                </a:ext>
              </a:extLst>
            </p:cNvPr>
            <p:cNvSpPr/>
            <p:nvPr/>
          </p:nvSpPr>
          <p:spPr>
            <a:xfrm flipV="1">
              <a:off x="4583001" y="4859868"/>
              <a:ext cx="45719" cy="48005"/>
            </a:xfrm>
            <a:prstGeom prst="ellipse">
              <a:avLst/>
            </a:prstGeom>
            <a:solidFill>
              <a:srgbClr val="9ACADC"/>
            </a:solidFill>
            <a:ln w="9525">
              <a:solidFill>
                <a:srgbClr val="297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1" name="三角形 510">
              <a:extLst>
                <a:ext uri="{FF2B5EF4-FFF2-40B4-BE49-F238E27FC236}">
                  <a16:creationId xmlns:a16="http://schemas.microsoft.com/office/drawing/2014/main" id="{7A54D0A1-F06D-E45D-4F6B-53740D7A4B90}"/>
                </a:ext>
              </a:extLst>
            </p:cNvPr>
            <p:cNvSpPr/>
            <p:nvPr/>
          </p:nvSpPr>
          <p:spPr>
            <a:xfrm>
              <a:off x="4605861" y="5050854"/>
              <a:ext cx="73025" cy="45719"/>
            </a:xfrm>
            <a:prstGeom prst="triangle">
              <a:avLst/>
            </a:prstGeom>
            <a:solidFill>
              <a:srgbClr val="FFFAF7"/>
            </a:solidFill>
            <a:ln w="6350">
              <a:solidFill>
                <a:srgbClr val="E978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513" name="直线连接符 512">
              <a:extLst>
                <a:ext uri="{FF2B5EF4-FFF2-40B4-BE49-F238E27FC236}">
                  <a16:creationId xmlns:a16="http://schemas.microsoft.com/office/drawing/2014/main" id="{402CEC1D-0C13-711D-5703-14945C9EC4A2}"/>
                </a:ext>
              </a:extLst>
            </p:cNvPr>
            <p:cNvCxnSpPr>
              <a:cxnSpLocks/>
              <a:stCxn id="517" idx="3"/>
              <a:endCxn id="509" idx="7"/>
            </p:cNvCxnSpPr>
            <p:nvPr/>
          </p:nvCxnSpPr>
          <p:spPr>
            <a:xfrm flipH="1" flipV="1">
              <a:off x="4622025" y="4900843"/>
              <a:ext cx="230695" cy="189686"/>
            </a:xfrm>
            <a:prstGeom prst="line">
              <a:avLst/>
            </a:prstGeom>
            <a:ln w="6350">
              <a:solidFill>
                <a:srgbClr val="C9242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直线连接符 513">
              <a:extLst>
                <a:ext uri="{FF2B5EF4-FFF2-40B4-BE49-F238E27FC236}">
                  <a16:creationId xmlns:a16="http://schemas.microsoft.com/office/drawing/2014/main" id="{29D2B0DF-8BD7-1A61-DD5A-513939CEC936}"/>
                </a:ext>
              </a:extLst>
            </p:cNvPr>
            <p:cNvCxnSpPr>
              <a:cxnSpLocks/>
              <a:stCxn id="511" idx="0"/>
              <a:endCxn id="509" idx="0"/>
            </p:cNvCxnSpPr>
            <p:nvPr/>
          </p:nvCxnSpPr>
          <p:spPr>
            <a:xfrm flipH="1" flipV="1">
              <a:off x="4605861" y="4907873"/>
              <a:ext cx="36513" cy="142981"/>
            </a:xfrm>
            <a:prstGeom prst="line">
              <a:avLst/>
            </a:prstGeom>
            <a:ln w="6350">
              <a:solidFill>
                <a:srgbClr val="C9242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直线连接符 514">
              <a:extLst>
                <a:ext uri="{FF2B5EF4-FFF2-40B4-BE49-F238E27FC236}">
                  <a16:creationId xmlns:a16="http://schemas.microsoft.com/office/drawing/2014/main" id="{B1273028-69BF-450C-E079-D714D5E6D2F0}"/>
                </a:ext>
              </a:extLst>
            </p:cNvPr>
            <p:cNvCxnSpPr>
              <a:cxnSpLocks/>
              <a:stCxn id="516" idx="5"/>
              <a:endCxn id="509" idx="1"/>
            </p:cNvCxnSpPr>
            <p:nvPr/>
          </p:nvCxnSpPr>
          <p:spPr>
            <a:xfrm flipV="1">
              <a:off x="4457291" y="4900843"/>
              <a:ext cx="132405" cy="168511"/>
            </a:xfrm>
            <a:prstGeom prst="line">
              <a:avLst/>
            </a:prstGeom>
            <a:ln w="6350">
              <a:solidFill>
                <a:srgbClr val="C9242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6" name="三角形 515">
              <a:extLst>
                <a:ext uri="{FF2B5EF4-FFF2-40B4-BE49-F238E27FC236}">
                  <a16:creationId xmlns:a16="http://schemas.microsoft.com/office/drawing/2014/main" id="{BB07A6D2-1F59-AF17-E18E-F1A3F9111318}"/>
                </a:ext>
              </a:extLst>
            </p:cNvPr>
            <p:cNvSpPr/>
            <p:nvPr/>
          </p:nvSpPr>
          <p:spPr>
            <a:xfrm>
              <a:off x="4402522" y="5046494"/>
              <a:ext cx="73025" cy="45719"/>
            </a:xfrm>
            <a:prstGeom prst="triangle">
              <a:avLst/>
            </a:prstGeom>
            <a:solidFill>
              <a:srgbClr val="FFFAF7"/>
            </a:solidFill>
            <a:ln w="6350">
              <a:solidFill>
                <a:srgbClr val="E978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7" name="三角形 516">
              <a:extLst>
                <a:ext uri="{FF2B5EF4-FFF2-40B4-BE49-F238E27FC236}">
                  <a16:creationId xmlns:a16="http://schemas.microsoft.com/office/drawing/2014/main" id="{B9604906-1BFB-85AE-BA89-28C649664BC3}"/>
                </a:ext>
              </a:extLst>
            </p:cNvPr>
            <p:cNvSpPr/>
            <p:nvPr/>
          </p:nvSpPr>
          <p:spPr>
            <a:xfrm>
              <a:off x="4816207" y="5044810"/>
              <a:ext cx="73025" cy="45719"/>
            </a:xfrm>
            <a:prstGeom prst="triangle">
              <a:avLst/>
            </a:prstGeom>
            <a:solidFill>
              <a:srgbClr val="FFFAF7"/>
            </a:solidFill>
            <a:ln w="6350">
              <a:solidFill>
                <a:srgbClr val="E978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544" name="组合 543">
            <a:extLst>
              <a:ext uri="{FF2B5EF4-FFF2-40B4-BE49-F238E27FC236}">
                <a16:creationId xmlns:a16="http://schemas.microsoft.com/office/drawing/2014/main" id="{399EC927-9A40-D156-223F-CE8284F4DE92}"/>
              </a:ext>
            </a:extLst>
          </p:cNvPr>
          <p:cNvGrpSpPr/>
          <p:nvPr/>
        </p:nvGrpSpPr>
        <p:grpSpPr>
          <a:xfrm rot="20860698">
            <a:off x="5725167" y="5403923"/>
            <a:ext cx="200024" cy="197197"/>
            <a:chOff x="7500937" y="4905925"/>
            <a:chExt cx="449262" cy="442912"/>
          </a:xfrm>
        </p:grpSpPr>
        <p:sp>
          <p:nvSpPr>
            <p:cNvPr id="545" name="空心弧 544">
              <a:extLst>
                <a:ext uri="{FF2B5EF4-FFF2-40B4-BE49-F238E27FC236}">
                  <a16:creationId xmlns:a16="http://schemas.microsoft.com/office/drawing/2014/main" id="{6C7FE643-B9F1-9622-C8C1-A5D785AB2BFD}"/>
                </a:ext>
              </a:extLst>
            </p:cNvPr>
            <p:cNvSpPr/>
            <p:nvPr/>
          </p:nvSpPr>
          <p:spPr>
            <a:xfrm>
              <a:off x="7597774" y="4905925"/>
              <a:ext cx="352425" cy="352425"/>
            </a:xfrm>
            <a:prstGeom prst="blockArc">
              <a:avLst>
                <a:gd name="adj1" fmla="val 17052154"/>
                <a:gd name="adj2" fmla="val 20976669"/>
                <a:gd name="adj3" fmla="val 7639"/>
              </a:avLst>
            </a:prstGeom>
            <a:solidFill>
              <a:srgbClr val="C92422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6" name="空心弧 545">
              <a:extLst>
                <a:ext uri="{FF2B5EF4-FFF2-40B4-BE49-F238E27FC236}">
                  <a16:creationId xmlns:a16="http://schemas.microsoft.com/office/drawing/2014/main" id="{321B2A3F-7F0E-D473-BE35-7BC4204A367B}"/>
                </a:ext>
              </a:extLst>
            </p:cNvPr>
            <p:cNvSpPr/>
            <p:nvPr/>
          </p:nvSpPr>
          <p:spPr>
            <a:xfrm>
              <a:off x="7548562" y="4948785"/>
              <a:ext cx="352425" cy="352425"/>
            </a:xfrm>
            <a:prstGeom prst="blockArc">
              <a:avLst>
                <a:gd name="adj1" fmla="val 17052154"/>
                <a:gd name="adj2" fmla="val 20976669"/>
                <a:gd name="adj3" fmla="val 7639"/>
              </a:avLst>
            </a:prstGeom>
            <a:solidFill>
              <a:srgbClr val="C92422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7" name="空心弧 546">
              <a:extLst>
                <a:ext uri="{FF2B5EF4-FFF2-40B4-BE49-F238E27FC236}">
                  <a16:creationId xmlns:a16="http://schemas.microsoft.com/office/drawing/2014/main" id="{ADBAD711-5347-E33C-A870-1A2D3BE5CCDB}"/>
                </a:ext>
              </a:extLst>
            </p:cNvPr>
            <p:cNvSpPr/>
            <p:nvPr/>
          </p:nvSpPr>
          <p:spPr>
            <a:xfrm>
              <a:off x="7500937" y="4996412"/>
              <a:ext cx="352425" cy="352425"/>
            </a:xfrm>
            <a:prstGeom prst="blockArc">
              <a:avLst>
                <a:gd name="adj1" fmla="val 17052154"/>
                <a:gd name="adj2" fmla="val 20976669"/>
                <a:gd name="adj3" fmla="val 7639"/>
              </a:avLst>
            </a:prstGeom>
            <a:solidFill>
              <a:srgbClr val="C92422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57" name="矩形 556">
            <a:extLst>
              <a:ext uri="{FF2B5EF4-FFF2-40B4-BE49-F238E27FC236}">
                <a16:creationId xmlns:a16="http://schemas.microsoft.com/office/drawing/2014/main" id="{6784616F-EAAC-6999-CFB2-0745A13E3E3E}"/>
              </a:ext>
            </a:extLst>
          </p:cNvPr>
          <p:cNvSpPr/>
          <p:nvPr/>
        </p:nvSpPr>
        <p:spPr>
          <a:xfrm>
            <a:off x="6675555" y="5169626"/>
            <a:ext cx="407296" cy="45719"/>
          </a:xfrm>
          <a:prstGeom prst="rect">
            <a:avLst/>
          </a:prstGeom>
          <a:gradFill flip="none" rotWithShape="1">
            <a:gsLst>
              <a:gs pos="0">
                <a:srgbClr val="9ACADC">
                  <a:tint val="66000"/>
                  <a:satMod val="160000"/>
                </a:srgbClr>
              </a:gs>
              <a:gs pos="50000">
                <a:srgbClr val="9ACADC">
                  <a:tint val="44500"/>
                  <a:satMod val="160000"/>
                </a:srgbClr>
              </a:gs>
              <a:gs pos="100000">
                <a:srgbClr val="9ACADC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8" name="矩形 557">
            <a:extLst>
              <a:ext uri="{FF2B5EF4-FFF2-40B4-BE49-F238E27FC236}">
                <a16:creationId xmlns:a16="http://schemas.microsoft.com/office/drawing/2014/main" id="{DCC1B340-795C-F60C-08E2-519024E306D5}"/>
              </a:ext>
            </a:extLst>
          </p:cNvPr>
          <p:cNvSpPr/>
          <p:nvPr/>
        </p:nvSpPr>
        <p:spPr>
          <a:xfrm>
            <a:off x="6724885" y="5527104"/>
            <a:ext cx="104736" cy="45719"/>
          </a:xfrm>
          <a:prstGeom prst="rect">
            <a:avLst/>
          </a:prstGeom>
          <a:gradFill flip="none" rotWithShape="1">
            <a:gsLst>
              <a:gs pos="0">
                <a:srgbClr val="E9781E">
                  <a:tint val="66000"/>
                  <a:satMod val="160000"/>
                </a:srgbClr>
              </a:gs>
              <a:gs pos="50000">
                <a:srgbClr val="E9781E">
                  <a:tint val="44500"/>
                  <a:satMod val="160000"/>
                </a:srgbClr>
              </a:gs>
              <a:gs pos="100000">
                <a:srgbClr val="E9781E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9" name="矩形 558">
            <a:extLst>
              <a:ext uri="{FF2B5EF4-FFF2-40B4-BE49-F238E27FC236}">
                <a16:creationId xmlns:a16="http://schemas.microsoft.com/office/drawing/2014/main" id="{FEA1E7CE-14E9-EB01-F385-C83AB825F2D4}"/>
              </a:ext>
            </a:extLst>
          </p:cNvPr>
          <p:cNvSpPr/>
          <p:nvPr/>
        </p:nvSpPr>
        <p:spPr>
          <a:xfrm>
            <a:off x="6935811" y="5524998"/>
            <a:ext cx="60325" cy="51838"/>
          </a:xfrm>
          <a:prstGeom prst="rect">
            <a:avLst/>
          </a:prstGeom>
          <a:gradFill flip="none" rotWithShape="1">
            <a:gsLst>
              <a:gs pos="0">
                <a:srgbClr val="E9781E">
                  <a:tint val="66000"/>
                  <a:satMod val="160000"/>
                </a:srgbClr>
              </a:gs>
              <a:gs pos="50000">
                <a:srgbClr val="E9781E">
                  <a:tint val="44500"/>
                  <a:satMod val="160000"/>
                </a:srgbClr>
              </a:gs>
              <a:gs pos="100000">
                <a:srgbClr val="E9781E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0" name="矩形 559">
            <a:extLst>
              <a:ext uri="{FF2B5EF4-FFF2-40B4-BE49-F238E27FC236}">
                <a16:creationId xmlns:a16="http://schemas.microsoft.com/office/drawing/2014/main" id="{34257F7B-1483-BA26-0319-FB86DCC4D99B}"/>
              </a:ext>
            </a:extLst>
          </p:cNvPr>
          <p:cNvSpPr/>
          <p:nvPr/>
        </p:nvSpPr>
        <p:spPr>
          <a:xfrm>
            <a:off x="7108982" y="5527105"/>
            <a:ext cx="180936" cy="47625"/>
          </a:xfrm>
          <a:prstGeom prst="rect">
            <a:avLst/>
          </a:prstGeom>
          <a:gradFill flip="none" rotWithShape="1">
            <a:gsLst>
              <a:gs pos="0">
                <a:srgbClr val="E9781E">
                  <a:tint val="66000"/>
                  <a:satMod val="160000"/>
                </a:srgbClr>
              </a:gs>
              <a:gs pos="50000">
                <a:srgbClr val="E9781E">
                  <a:tint val="44500"/>
                  <a:satMod val="160000"/>
                </a:srgbClr>
              </a:gs>
              <a:gs pos="100000">
                <a:srgbClr val="E9781E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4" name="obs-panel">
            <a:extLst>
              <a:ext uri="{FF2B5EF4-FFF2-40B4-BE49-F238E27FC236}">
                <a16:creationId xmlns:a16="http://schemas.microsoft.com/office/drawing/2014/main" id="{C8BA5B7F-6E7F-A3C0-BD36-5F21B70AF938}"/>
              </a:ext>
            </a:extLst>
          </p:cNvPr>
          <p:cNvSpPr/>
          <p:nvPr/>
        </p:nvSpPr>
        <p:spPr>
          <a:xfrm>
            <a:off x="2813698" y="5007745"/>
            <a:ext cx="4923895" cy="647947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973857355">
                  <a:custGeom>
                    <a:avLst/>
                    <a:gdLst>
                      <a:gd name="csX0" fmla="*/ 0 w 4923895"/>
                      <a:gd name="csY0" fmla="*/ 0 h 647947"/>
                      <a:gd name="csX1" fmla="*/ 596338 w 4923895"/>
                      <a:gd name="csY1" fmla="*/ 0 h 647947"/>
                      <a:gd name="csX2" fmla="*/ 1143438 w 4923895"/>
                      <a:gd name="csY2" fmla="*/ 0 h 647947"/>
                      <a:gd name="csX3" fmla="*/ 1641298 w 4923895"/>
                      <a:gd name="csY3" fmla="*/ 0 h 647947"/>
                      <a:gd name="csX4" fmla="*/ 2188398 w 4923895"/>
                      <a:gd name="csY4" fmla="*/ 0 h 647947"/>
                      <a:gd name="csX5" fmla="*/ 2686258 w 4923895"/>
                      <a:gd name="csY5" fmla="*/ 0 h 647947"/>
                      <a:gd name="csX6" fmla="*/ 3331836 w 4923895"/>
                      <a:gd name="csY6" fmla="*/ 0 h 647947"/>
                      <a:gd name="csX7" fmla="*/ 3731218 w 4923895"/>
                      <a:gd name="csY7" fmla="*/ 0 h 647947"/>
                      <a:gd name="csX8" fmla="*/ 4130601 w 4923895"/>
                      <a:gd name="csY8" fmla="*/ 0 h 647947"/>
                      <a:gd name="csX9" fmla="*/ 4923895 w 4923895"/>
                      <a:gd name="csY9" fmla="*/ 0 h 647947"/>
                      <a:gd name="csX10" fmla="*/ 4923895 w 4923895"/>
                      <a:gd name="csY10" fmla="*/ 330453 h 647947"/>
                      <a:gd name="csX11" fmla="*/ 4923895 w 4923895"/>
                      <a:gd name="csY11" fmla="*/ 647947 h 647947"/>
                      <a:gd name="csX12" fmla="*/ 4327557 w 4923895"/>
                      <a:gd name="csY12" fmla="*/ 647947 h 647947"/>
                      <a:gd name="csX13" fmla="*/ 3928174 w 4923895"/>
                      <a:gd name="csY13" fmla="*/ 647947 h 647947"/>
                      <a:gd name="csX14" fmla="*/ 3381075 w 4923895"/>
                      <a:gd name="csY14" fmla="*/ 647947 h 647947"/>
                      <a:gd name="csX15" fmla="*/ 2735497 w 4923895"/>
                      <a:gd name="csY15" fmla="*/ 647947 h 647947"/>
                      <a:gd name="csX16" fmla="*/ 2336115 w 4923895"/>
                      <a:gd name="csY16" fmla="*/ 647947 h 647947"/>
                      <a:gd name="csX17" fmla="*/ 1936732 w 4923895"/>
                      <a:gd name="csY17" fmla="*/ 647947 h 647947"/>
                      <a:gd name="csX18" fmla="*/ 1537349 w 4923895"/>
                      <a:gd name="csY18" fmla="*/ 647947 h 647947"/>
                      <a:gd name="csX19" fmla="*/ 1088728 w 4923895"/>
                      <a:gd name="csY19" fmla="*/ 647947 h 647947"/>
                      <a:gd name="csX20" fmla="*/ 541628 w 4923895"/>
                      <a:gd name="csY20" fmla="*/ 647947 h 647947"/>
                      <a:gd name="csX21" fmla="*/ 0 w 4923895"/>
                      <a:gd name="csY21" fmla="*/ 647947 h 647947"/>
                      <a:gd name="csX22" fmla="*/ 0 w 4923895"/>
                      <a:gd name="csY22" fmla="*/ 317494 h 647947"/>
                      <a:gd name="csX23" fmla="*/ 0 w 4923895"/>
                      <a:gd name="csY23" fmla="*/ 0 h 64794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</a:cxnLst>
                    <a:rect l="l" t="t" r="r" b="b"/>
                    <a:pathLst>
                      <a:path w="4923895" h="647947" extrusionOk="0">
                        <a:moveTo>
                          <a:pt x="0" y="0"/>
                        </a:moveTo>
                        <a:cubicBezTo>
                          <a:pt x="218768" y="-26988"/>
                          <a:pt x="338625" y="69810"/>
                          <a:pt x="596338" y="0"/>
                        </a:cubicBezTo>
                        <a:cubicBezTo>
                          <a:pt x="854051" y="-69810"/>
                          <a:pt x="986620" y="260"/>
                          <a:pt x="1143438" y="0"/>
                        </a:cubicBezTo>
                        <a:cubicBezTo>
                          <a:pt x="1300256" y="-260"/>
                          <a:pt x="1503700" y="34145"/>
                          <a:pt x="1641298" y="0"/>
                        </a:cubicBezTo>
                        <a:cubicBezTo>
                          <a:pt x="1778896" y="-34145"/>
                          <a:pt x="1960463" y="34430"/>
                          <a:pt x="2188398" y="0"/>
                        </a:cubicBezTo>
                        <a:cubicBezTo>
                          <a:pt x="2416333" y="-34430"/>
                          <a:pt x="2549215" y="10864"/>
                          <a:pt x="2686258" y="0"/>
                        </a:cubicBezTo>
                        <a:cubicBezTo>
                          <a:pt x="2823301" y="-10864"/>
                          <a:pt x="3029266" y="70108"/>
                          <a:pt x="3331836" y="0"/>
                        </a:cubicBezTo>
                        <a:cubicBezTo>
                          <a:pt x="3634406" y="-70108"/>
                          <a:pt x="3621766" y="13757"/>
                          <a:pt x="3731218" y="0"/>
                        </a:cubicBezTo>
                        <a:cubicBezTo>
                          <a:pt x="3840670" y="-13757"/>
                          <a:pt x="3963491" y="33720"/>
                          <a:pt x="4130601" y="0"/>
                        </a:cubicBezTo>
                        <a:cubicBezTo>
                          <a:pt x="4297711" y="-33720"/>
                          <a:pt x="4701200" y="71242"/>
                          <a:pt x="4923895" y="0"/>
                        </a:cubicBezTo>
                        <a:cubicBezTo>
                          <a:pt x="4936078" y="86497"/>
                          <a:pt x="4923571" y="198855"/>
                          <a:pt x="4923895" y="330453"/>
                        </a:cubicBezTo>
                        <a:cubicBezTo>
                          <a:pt x="4924219" y="462051"/>
                          <a:pt x="4900770" y="492661"/>
                          <a:pt x="4923895" y="647947"/>
                        </a:cubicBezTo>
                        <a:cubicBezTo>
                          <a:pt x="4694694" y="715906"/>
                          <a:pt x="4556012" y="610233"/>
                          <a:pt x="4327557" y="647947"/>
                        </a:cubicBezTo>
                        <a:cubicBezTo>
                          <a:pt x="4099102" y="685661"/>
                          <a:pt x="4036543" y="630369"/>
                          <a:pt x="3928174" y="647947"/>
                        </a:cubicBezTo>
                        <a:cubicBezTo>
                          <a:pt x="3819805" y="665525"/>
                          <a:pt x="3503823" y="630133"/>
                          <a:pt x="3381075" y="647947"/>
                        </a:cubicBezTo>
                        <a:cubicBezTo>
                          <a:pt x="3258327" y="665761"/>
                          <a:pt x="2955249" y="628773"/>
                          <a:pt x="2735497" y="647947"/>
                        </a:cubicBezTo>
                        <a:cubicBezTo>
                          <a:pt x="2515745" y="667121"/>
                          <a:pt x="2516049" y="615849"/>
                          <a:pt x="2336115" y="647947"/>
                        </a:cubicBezTo>
                        <a:cubicBezTo>
                          <a:pt x="2156181" y="680045"/>
                          <a:pt x="2039815" y="638305"/>
                          <a:pt x="1936732" y="647947"/>
                        </a:cubicBezTo>
                        <a:cubicBezTo>
                          <a:pt x="1833649" y="657589"/>
                          <a:pt x="1716180" y="636893"/>
                          <a:pt x="1537349" y="647947"/>
                        </a:cubicBezTo>
                        <a:cubicBezTo>
                          <a:pt x="1358518" y="659001"/>
                          <a:pt x="1287617" y="606893"/>
                          <a:pt x="1088728" y="647947"/>
                        </a:cubicBezTo>
                        <a:cubicBezTo>
                          <a:pt x="889839" y="689001"/>
                          <a:pt x="657409" y="593683"/>
                          <a:pt x="541628" y="647947"/>
                        </a:cubicBezTo>
                        <a:cubicBezTo>
                          <a:pt x="425847" y="702211"/>
                          <a:pt x="140908" y="630546"/>
                          <a:pt x="0" y="647947"/>
                        </a:cubicBezTo>
                        <a:cubicBezTo>
                          <a:pt x="-14785" y="575710"/>
                          <a:pt x="13221" y="462075"/>
                          <a:pt x="0" y="317494"/>
                        </a:cubicBezTo>
                        <a:cubicBezTo>
                          <a:pt x="-13221" y="172913"/>
                          <a:pt x="6532" y="13501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65" name="文本框 564">
            <a:extLst>
              <a:ext uri="{FF2B5EF4-FFF2-40B4-BE49-F238E27FC236}">
                <a16:creationId xmlns:a16="http://schemas.microsoft.com/office/drawing/2014/main" id="{2F9A7AF1-0185-79E2-FAF8-F5E6313F8593}"/>
              </a:ext>
            </a:extLst>
          </p:cNvPr>
          <p:cNvSpPr txBox="1"/>
          <p:nvPr/>
        </p:nvSpPr>
        <p:spPr>
          <a:xfrm>
            <a:off x="2847936" y="5064012"/>
            <a:ext cx="16088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Action Aggregation</a:t>
            </a:r>
          </a:p>
        </p:txBody>
      </p:sp>
      <p:sp>
        <p:nvSpPr>
          <p:cNvPr id="590" name="右箭头 589">
            <a:extLst>
              <a:ext uri="{FF2B5EF4-FFF2-40B4-BE49-F238E27FC236}">
                <a16:creationId xmlns:a16="http://schemas.microsoft.com/office/drawing/2014/main" id="{8AA96316-2834-8FC9-3D18-191FBB9CB66C}"/>
              </a:ext>
            </a:extLst>
          </p:cNvPr>
          <p:cNvSpPr/>
          <p:nvPr/>
        </p:nvSpPr>
        <p:spPr>
          <a:xfrm flipV="1">
            <a:off x="5785247" y="4081532"/>
            <a:ext cx="185227" cy="214788"/>
          </a:xfrm>
          <a:prstGeom prst="rightArrow">
            <a:avLst>
              <a:gd name="adj1" fmla="val 45454"/>
              <a:gd name="adj2" fmla="val 67822"/>
            </a:avLst>
          </a:prstGeom>
          <a:solidFill>
            <a:srgbClr val="FFFAF7">
              <a:alpha val="50000"/>
            </a:srgbClr>
          </a:solidFill>
          <a:ln w="9525">
            <a:solidFill>
              <a:srgbClr val="2978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1007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18229E-ED10-4C7C-DE53-EAFD25A55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文本框 590">
            <a:extLst>
              <a:ext uri="{FF2B5EF4-FFF2-40B4-BE49-F238E27FC236}">
                <a16:creationId xmlns:a16="http://schemas.microsoft.com/office/drawing/2014/main" id="{7A6EAAF3-73E8-2582-2832-D8A9BCB91A28}"/>
              </a:ext>
            </a:extLst>
          </p:cNvPr>
          <p:cNvSpPr txBox="1"/>
          <p:nvPr/>
        </p:nvSpPr>
        <p:spPr>
          <a:xfrm>
            <a:off x="3840653" y="2914991"/>
            <a:ext cx="918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12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Task</a:t>
            </a:r>
            <a:r>
              <a:rPr lang="fr-FR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Flow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63F977E2-9C5F-2932-97B6-FB81F433081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65912" y="3430157"/>
                <a:ext cx="1609725" cy="323850"/>
              </a:xfrm>
              <a:prstGeom prst="rect">
                <a:avLst/>
              </a:prstGeom>
              <a:noFill/>
              <a:ln w="11430">
                <a:noFill/>
                <a:prstDash val="solid"/>
              </a:ln>
            </p:spPr>
            <p:txBody>
              <a:bodyPr wrap="square" lIns="38100" tIns="28575" rIns="38100" bIns="28575" anchor="ctr"/>
              <a:lstStyle/>
              <a:p>
                <a:pPr algn="ctr">
                  <a:defRPr sz="96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12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zh-CN" altLang="en-US" sz="12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𝒕</m:t>
                          </m:r>
                        </m:sub>
                      </m:sSub>
                      <m:r>
                        <a:rPr lang="en-US" altLang="zh-CN" sz="1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= (</m:t>
                      </m:r>
                      <m:sSup>
                        <m:sSupPr>
                          <m:ctrlP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𝒎</m:t>
                          </m:r>
                        </m:sup>
                      </m:sSup>
                      <m:r>
                        <a:rPr lang="en-US" altLang="zh-CN" sz="1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, </m:t>
                      </m:r>
                      <m:sSup>
                        <m:sSupPr>
                          <m:ctrlP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𝒔</m:t>
                          </m:r>
                        </m:sup>
                      </m:sSup>
                      <m:r>
                        <a:rPr lang="en-US" altLang="zh-CN" sz="1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, </m:t>
                      </m:r>
                      <m:sSup>
                        <m:sSupPr>
                          <m:ctrlP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zh-CN" altLang="en-US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1200" i="1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  <m:t>𝒃</m:t>
                          </m:r>
                        </m:sup>
                      </m:sSup>
                      <m:r>
                        <a:rPr lang="en-US" altLang="zh-CN" sz="1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6" name="矩形 605">
                <a:extLst>
                  <a:ext uri="{FF2B5EF4-FFF2-40B4-BE49-F238E27FC236}">
                    <a16:creationId xmlns:a16="http://schemas.microsoft.com/office/drawing/2014/main" id="{63F977E2-9C5F-2932-97B6-FB81F43308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912" y="3430157"/>
                <a:ext cx="1609725" cy="323850"/>
              </a:xfrm>
              <a:prstGeom prst="rect">
                <a:avLst/>
              </a:prstGeom>
              <a:blipFill>
                <a:blip r:embed="rId3"/>
                <a:stretch>
                  <a:fillRect b="-3846"/>
                </a:stretch>
              </a:blipFill>
              <a:ln w="1143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7" name="obs-panel">
            <a:extLst>
              <a:ext uri="{FF2B5EF4-FFF2-40B4-BE49-F238E27FC236}">
                <a16:creationId xmlns:a16="http://schemas.microsoft.com/office/drawing/2014/main" id="{FE4862F8-01F7-5DEB-796D-A7F25D811059}"/>
              </a:ext>
            </a:extLst>
          </p:cNvPr>
          <p:cNvSpPr/>
          <p:nvPr/>
        </p:nvSpPr>
        <p:spPr>
          <a:xfrm>
            <a:off x="1375539" y="2869463"/>
            <a:ext cx="1341791" cy="1142559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973857355">
                  <a:custGeom>
                    <a:avLst/>
                    <a:gdLst>
                      <a:gd name="csX0" fmla="*/ 0 w 4923895"/>
                      <a:gd name="csY0" fmla="*/ 0 h 647947"/>
                      <a:gd name="csX1" fmla="*/ 596338 w 4923895"/>
                      <a:gd name="csY1" fmla="*/ 0 h 647947"/>
                      <a:gd name="csX2" fmla="*/ 1143438 w 4923895"/>
                      <a:gd name="csY2" fmla="*/ 0 h 647947"/>
                      <a:gd name="csX3" fmla="*/ 1641298 w 4923895"/>
                      <a:gd name="csY3" fmla="*/ 0 h 647947"/>
                      <a:gd name="csX4" fmla="*/ 2188398 w 4923895"/>
                      <a:gd name="csY4" fmla="*/ 0 h 647947"/>
                      <a:gd name="csX5" fmla="*/ 2686258 w 4923895"/>
                      <a:gd name="csY5" fmla="*/ 0 h 647947"/>
                      <a:gd name="csX6" fmla="*/ 3331836 w 4923895"/>
                      <a:gd name="csY6" fmla="*/ 0 h 647947"/>
                      <a:gd name="csX7" fmla="*/ 3731218 w 4923895"/>
                      <a:gd name="csY7" fmla="*/ 0 h 647947"/>
                      <a:gd name="csX8" fmla="*/ 4130601 w 4923895"/>
                      <a:gd name="csY8" fmla="*/ 0 h 647947"/>
                      <a:gd name="csX9" fmla="*/ 4923895 w 4923895"/>
                      <a:gd name="csY9" fmla="*/ 0 h 647947"/>
                      <a:gd name="csX10" fmla="*/ 4923895 w 4923895"/>
                      <a:gd name="csY10" fmla="*/ 330453 h 647947"/>
                      <a:gd name="csX11" fmla="*/ 4923895 w 4923895"/>
                      <a:gd name="csY11" fmla="*/ 647947 h 647947"/>
                      <a:gd name="csX12" fmla="*/ 4327557 w 4923895"/>
                      <a:gd name="csY12" fmla="*/ 647947 h 647947"/>
                      <a:gd name="csX13" fmla="*/ 3928174 w 4923895"/>
                      <a:gd name="csY13" fmla="*/ 647947 h 647947"/>
                      <a:gd name="csX14" fmla="*/ 3381075 w 4923895"/>
                      <a:gd name="csY14" fmla="*/ 647947 h 647947"/>
                      <a:gd name="csX15" fmla="*/ 2735497 w 4923895"/>
                      <a:gd name="csY15" fmla="*/ 647947 h 647947"/>
                      <a:gd name="csX16" fmla="*/ 2336115 w 4923895"/>
                      <a:gd name="csY16" fmla="*/ 647947 h 647947"/>
                      <a:gd name="csX17" fmla="*/ 1936732 w 4923895"/>
                      <a:gd name="csY17" fmla="*/ 647947 h 647947"/>
                      <a:gd name="csX18" fmla="*/ 1537349 w 4923895"/>
                      <a:gd name="csY18" fmla="*/ 647947 h 647947"/>
                      <a:gd name="csX19" fmla="*/ 1088728 w 4923895"/>
                      <a:gd name="csY19" fmla="*/ 647947 h 647947"/>
                      <a:gd name="csX20" fmla="*/ 541628 w 4923895"/>
                      <a:gd name="csY20" fmla="*/ 647947 h 647947"/>
                      <a:gd name="csX21" fmla="*/ 0 w 4923895"/>
                      <a:gd name="csY21" fmla="*/ 647947 h 647947"/>
                      <a:gd name="csX22" fmla="*/ 0 w 4923895"/>
                      <a:gd name="csY22" fmla="*/ 317494 h 647947"/>
                      <a:gd name="csX23" fmla="*/ 0 w 4923895"/>
                      <a:gd name="csY23" fmla="*/ 0 h 64794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</a:cxnLst>
                    <a:rect l="l" t="t" r="r" b="b"/>
                    <a:pathLst>
                      <a:path w="4923895" h="647947" extrusionOk="0">
                        <a:moveTo>
                          <a:pt x="0" y="0"/>
                        </a:moveTo>
                        <a:cubicBezTo>
                          <a:pt x="218768" y="-26988"/>
                          <a:pt x="338625" y="69810"/>
                          <a:pt x="596338" y="0"/>
                        </a:cubicBezTo>
                        <a:cubicBezTo>
                          <a:pt x="854051" y="-69810"/>
                          <a:pt x="986620" y="260"/>
                          <a:pt x="1143438" y="0"/>
                        </a:cubicBezTo>
                        <a:cubicBezTo>
                          <a:pt x="1300256" y="-260"/>
                          <a:pt x="1503700" y="34145"/>
                          <a:pt x="1641298" y="0"/>
                        </a:cubicBezTo>
                        <a:cubicBezTo>
                          <a:pt x="1778896" y="-34145"/>
                          <a:pt x="1960463" y="34430"/>
                          <a:pt x="2188398" y="0"/>
                        </a:cubicBezTo>
                        <a:cubicBezTo>
                          <a:pt x="2416333" y="-34430"/>
                          <a:pt x="2549215" y="10864"/>
                          <a:pt x="2686258" y="0"/>
                        </a:cubicBezTo>
                        <a:cubicBezTo>
                          <a:pt x="2823301" y="-10864"/>
                          <a:pt x="3029266" y="70108"/>
                          <a:pt x="3331836" y="0"/>
                        </a:cubicBezTo>
                        <a:cubicBezTo>
                          <a:pt x="3634406" y="-70108"/>
                          <a:pt x="3621766" y="13757"/>
                          <a:pt x="3731218" y="0"/>
                        </a:cubicBezTo>
                        <a:cubicBezTo>
                          <a:pt x="3840670" y="-13757"/>
                          <a:pt x="3963491" y="33720"/>
                          <a:pt x="4130601" y="0"/>
                        </a:cubicBezTo>
                        <a:cubicBezTo>
                          <a:pt x="4297711" y="-33720"/>
                          <a:pt x="4701200" y="71242"/>
                          <a:pt x="4923895" y="0"/>
                        </a:cubicBezTo>
                        <a:cubicBezTo>
                          <a:pt x="4936078" y="86497"/>
                          <a:pt x="4923571" y="198855"/>
                          <a:pt x="4923895" y="330453"/>
                        </a:cubicBezTo>
                        <a:cubicBezTo>
                          <a:pt x="4924219" y="462051"/>
                          <a:pt x="4900770" y="492661"/>
                          <a:pt x="4923895" y="647947"/>
                        </a:cubicBezTo>
                        <a:cubicBezTo>
                          <a:pt x="4694694" y="715906"/>
                          <a:pt x="4556012" y="610233"/>
                          <a:pt x="4327557" y="647947"/>
                        </a:cubicBezTo>
                        <a:cubicBezTo>
                          <a:pt x="4099102" y="685661"/>
                          <a:pt x="4036543" y="630369"/>
                          <a:pt x="3928174" y="647947"/>
                        </a:cubicBezTo>
                        <a:cubicBezTo>
                          <a:pt x="3819805" y="665525"/>
                          <a:pt x="3503823" y="630133"/>
                          <a:pt x="3381075" y="647947"/>
                        </a:cubicBezTo>
                        <a:cubicBezTo>
                          <a:pt x="3258327" y="665761"/>
                          <a:pt x="2955249" y="628773"/>
                          <a:pt x="2735497" y="647947"/>
                        </a:cubicBezTo>
                        <a:cubicBezTo>
                          <a:pt x="2515745" y="667121"/>
                          <a:pt x="2516049" y="615849"/>
                          <a:pt x="2336115" y="647947"/>
                        </a:cubicBezTo>
                        <a:cubicBezTo>
                          <a:pt x="2156181" y="680045"/>
                          <a:pt x="2039815" y="638305"/>
                          <a:pt x="1936732" y="647947"/>
                        </a:cubicBezTo>
                        <a:cubicBezTo>
                          <a:pt x="1833649" y="657589"/>
                          <a:pt x="1716180" y="636893"/>
                          <a:pt x="1537349" y="647947"/>
                        </a:cubicBezTo>
                        <a:cubicBezTo>
                          <a:pt x="1358518" y="659001"/>
                          <a:pt x="1287617" y="606893"/>
                          <a:pt x="1088728" y="647947"/>
                        </a:cubicBezTo>
                        <a:cubicBezTo>
                          <a:pt x="889839" y="689001"/>
                          <a:pt x="657409" y="593683"/>
                          <a:pt x="541628" y="647947"/>
                        </a:cubicBezTo>
                        <a:cubicBezTo>
                          <a:pt x="425847" y="702211"/>
                          <a:pt x="140908" y="630546"/>
                          <a:pt x="0" y="647947"/>
                        </a:cubicBezTo>
                        <a:cubicBezTo>
                          <a:pt x="-14785" y="575710"/>
                          <a:pt x="13221" y="462075"/>
                          <a:pt x="0" y="317494"/>
                        </a:cubicBezTo>
                        <a:cubicBezTo>
                          <a:pt x="-13221" y="172913"/>
                          <a:pt x="6532" y="13501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08" name="obs-panel">
            <a:extLst>
              <a:ext uri="{FF2B5EF4-FFF2-40B4-BE49-F238E27FC236}">
                <a16:creationId xmlns:a16="http://schemas.microsoft.com/office/drawing/2014/main" id="{D7B00C08-6E4A-5030-E7D3-9A764AC93F8F}"/>
              </a:ext>
            </a:extLst>
          </p:cNvPr>
          <p:cNvSpPr/>
          <p:nvPr/>
        </p:nvSpPr>
        <p:spPr>
          <a:xfrm>
            <a:off x="2865884" y="2861389"/>
            <a:ext cx="3016109" cy="1150633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973857355">
                  <a:custGeom>
                    <a:avLst/>
                    <a:gdLst>
                      <a:gd name="csX0" fmla="*/ 0 w 4923895"/>
                      <a:gd name="csY0" fmla="*/ 0 h 647947"/>
                      <a:gd name="csX1" fmla="*/ 596338 w 4923895"/>
                      <a:gd name="csY1" fmla="*/ 0 h 647947"/>
                      <a:gd name="csX2" fmla="*/ 1143438 w 4923895"/>
                      <a:gd name="csY2" fmla="*/ 0 h 647947"/>
                      <a:gd name="csX3" fmla="*/ 1641298 w 4923895"/>
                      <a:gd name="csY3" fmla="*/ 0 h 647947"/>
                      <a:gd name="csX4" fmla="*/ 2188398 w 4923895"/>
                      <a:gd name="csY4" fmla="*/ 0 h 647947"/>
                      <a:gd name="csX5" fmla="*/ 2686258 w 4923895"/>
                      <a:gd name="csY5" fmla="*/ 0 h 647947"/>
                      <a:gd name="csX6" fmla="*/ 3331836 w 4923895"/>
                      <a:gd name="csY6" fmla="*/ 0 h 647947"/>
                      <a:gd name="csX7" fmla="*/ 3731218 w 4923895"/>
                      <a:gd name="csY7" fmla="*/ 0 h 647947"/>
                      <a:gd name="csX8" fmla="*/ 4130601 w 4923895"/>
                      <a:gd name="csY8" fmla="*/ 0 h 647947"/>
                      <a:gd name="csX9" fmla="*/ 4923895 w 4923895"/>
                      <a:gd name="csY9" fmla="*/ 0 h 647947"/>
                      <a:gd name="csX10" fmla="*/ 4923895 w 4923895"/>
                      <a:gd name="csY10" fmla="*/ 330453 h 647947"/>
                      <a:gd name="csX11" fmla="*/ 4923895 w 4923895"/>
                      <a:gd name="csY11" fmla="*/ 647947 h 647947"/>
                      <a:gd name="csX12" fmla="*/ 4327557 w 4923895"/>
                      <a:gd name="csY12" fmla="*/ 647947 h 647947"/>
                      <a:gd name="csX13" fmla="*/ 3928174 w 4923895"/>
                      <a:gd name="csY13" fmla="*/ 647947 h 647947"/>
                      <a:gd name="csX14" fmla="*/ 3381075 w 4923895"/>
                      <a:gd name="csY14" fmla="*/ 647947 h 647947"/>
                      <a:gd name="csX15" fmla="*/ 2735497 w 4923895"/>
                      <a:gd name="csY15" fmla="*/ 647947 h 647947"/>
                      <a:gd name="csX16" fmla="*/ 2336115 w 4923895"/>
                      <a:gd name="csY16" fmla="*/ 647947 h 647947"/>
                      <a:gd name="csX17" fmla="*/ 1936732 w 4923895"/>
                      <a:gd name="csY17" fmla="*/ 647947 h 647947"/>
                      <a:gd name="csX18" fmla="*/ 1537349 w 4923895"/>
                      <a:gd name="csY18" fmla="*/ 647947 h 647947"/>
                      <a:gd name="csX19" fmla="*/ 1088728 w 4923895"/>
                      <a:gd name="csY19" fmla="*/ 647947 h 647947"/>
                      <a:gd name="csX20" fmla="*/ 541628 w 4923895"/>
                      <a:gd name="csY20" fmla="*/ 647947 h 647947"/>
                      <a:gd name="csX21" fmla="*/ 0 w 4923895"/>
                      <a:gd name="csY21" fmla="*/ 647947 h 647947"/>
                      <a:gd name="csX22" fmla="*/ 0 w 4923895"/>
                      <a:gd name="csY22" fmla="*/ 317494 h 647947"/>
                      <a:gd name="csX23" fmla="*/ 0 w 4923895"/>
                      <a:gd name="csY23" fmla="*/ 0 h 64794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</a:cxnLst>
                    <a:rect l="l" t="t" r="r" b="b"/>
                    <a:pathLst>
                      <a:path w="4923895" h="647947" extrusionOk="0">
                        <a:moveTo>
                          <a:pt x="0" y="0"/>
                        </a:moveTo>
                        <a:cubicBezTo>
                          <a:pt x="218768" y="-26988"/>
                          <a:pt x="338625" y="69810"/>
                          <a:pt x="596338" y="0"/>
                        </a:cubicBezTo>
                        <a:cubicBezTo>
                          <a:pt x="854051" y="-69810"/>
                          <a:pt x="986620" y="260"/>
                          <a:pt x="1143438" y="0"/>
                        </a:cubicBezTo>
                        <a:cubicBezTo>
                          <a:pt x="1300256" y="-260"/>
                          <a:pt x="1503700" y="34145"/>
                          <a:pt x="1641298" y="0"/>
                        </a:cubicBezTo>
                        <a:cubicBezTo>
                          <a:pt x="1778896" y="-34145"/>
                          <a:pt x="1960463" y="34430"/>
                          <a:pt x="2188398" y="0"/>
                        </a:cubicBezTo>
                        <a:cubicBezTo>
                          <a:pt x="2416333" y="-34430"/>
                          <a:pt x="2549215" y="10864"/>
                          <a:pt x="2686258" y="0"/>
                        </a:cubicBezTo>
                        <a:cubicBezTo>
                          <a:pt x="2823301" y="-10864"/>
                          <a:pt x="3029266" y="70108"/>
                          <a:pt x="3331836" y="0"/>
                        </a:cubicBezTo>
                        <a:cubicBezTo>
                          <a:pt x="3634406" y="-70108"/>
                          <a:pt x="3621766" y="13757"/>
                          <a:pt x="3731218" y="0"/>
                        </a:cubicBezTo>
                        <a:cubicBezTo>
                          <a:pt x="3840670" y="-13757"/>
                          <a:pt x="3963491" y="33720"/>
                          <a:pt x="4130601" y="0"/>
                        </a:cubicBezTo>
                        <a:cubicBezTo>
                          <a:pt x="4297711" y="-33720"/>
                          <a:pt x="4701200" y="71242"/>
                          <a:pt x="4923895" y="0"/>
                        </a:cubicBezTo>
                        <a:cubicBezTo>
                          <a:pt x="4936078" y="86497"/>
                          <a:pt x="4923571" y="198855"/>
                          <a:pt x="4923895" y="330453"/>
                        </a:cubicBezTo>
                        <a:cubicBezTo>
                          <a:pt x="4924219" y="462051"/>
                          <a:pt x="4900770" y="492661"/>
                          <a:pt x="4923895" y="647947"/>
                        </a:cubicBezTo>
                        <a:cubicBezTo>
                          <a:pt x="4694694" y="715906"/>
                          <a:pt x="4556012" y="610233"/>
                          <a:pt x="4327557" y="647947"/>
                        </a:cubicBezTo>
                        <a:cubicBezTo>
                          <a:pt x="4099102" y="685661"/>
                          <a:pt x="4036543" y="630369"/>
                          <a:pt x="3928174" y="647947"/>
                        </a:cubicBezTo>
                        <a:cubicBezTo>
                          <a:pt x="3819805" y="665525"/>
                          <a:pt x="3503823" y="630133"/>
                          <a:pt x="3381075" y="647947"/>
                        </a:cubicBezTo>
                        <a:cubicBezTo>
                          <a:pt x="3258327" y="665761"/>
                          <a:pt x="2955249" y="628773"/>
                          <a:pt x="2735497" y="647947"/>
                        </a:cubicBezTo>
                        <a:cubicBezTo>
                          <a:pt x="2515745" y="667121"/>
                          <a:pt x="2516049" y="615849"/>
                          <a:pt x="2336115" y="647947"/>
                        </a:cubicBezTo>
                        <a:cubicBezTo>
                          <a:pt x="2156181" y="680045"/>
                          <a:pt x="2039815" y="638305"/>
                          <a:pt x="1936732" y="647947"/>
                        </a:cubicBezTo>
                        <a:cubicBezTo>
                          <a:pt x="1833649" y="657589"/>
                          <a:pt x="1716180" y="636893"/>
                          <a:pt x="1537349" y="647947"/>
                        </a:cubicBezTo>
                        <a:cubicBezTo>
                          <a:pt x="1358518" y="659001"/>
                          <a:pt x="1287617" y="606893"/>
                          <a:pt x="1088728" y="647947"/>
                        </a:cubicBezTo>
                        <a:cubicBezTo>
                          <a:pt x="889839" y="689001"/>
                          <a:pt x="657409" y="593683"/>
                          <a:pt x="541628" y="647947"/>
                        </a:cubicBezTo>
                        <a:cubicBezTo>
                          <a:pt x="425847" y="702211"/>
                          <a:pt x="140908" y="630546"/>
                          <a:pt x="0" y="647947"/>
                        </a:cubicBezTo>
                        <a:cubicBezTo>
                          <a:pt x="-14785" y="575710"/>
                          <a:pt x="13221" y="462075"/>
                          <a:pt x="0" y="317494"/>
                        </a:cubicBezTo>
                        <a:cubicBezTo>
                          <a:pt x="-13221" y="172913"/>
                          <a:pt x="6532" y="13501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09" name="文本框 608">
            <a:extLst>
              <a:ext uri="{FF2B5EF4-FFF2-40B4-BE49-F238E27FC236}">
                <a16:creationId xmlns:a16="http://schemas.microsoft.com/office/drawing/2014/main" id="{794C9CD7-3DAB-992C-C8B6-7D010B4CBFA7}"/>
              </a:ext>
            </a:extLst>
          </p:cNvPr>
          <p:cNvSpPr txBox="1"/>
          <p:nvPr/>
        </p:nvSpPr>
        <p:spPr>
          <a:xfrm>
            <a:off x="1556280" y="2926393"/>
            <a:ext cx="1070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r>
              <a:rPr kumimoji="1" lang="zh-CN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zh-C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Joint Action</a:t>
            </a:r>
          </a:p>
        </p:txBody>
      </p:sp>
      <p:sp>
        <p:nvSpPr>
          <p:cNvPr id="615" name="QUEUE_uav_2_queue_cell_1">
            <a:extLst>
              <a:ext uri="{FF2B5EF4-FFF2-40B4-BE49-F238E27FC236}">
                <a16:creationId xmlns:a16="http://schemas.microsoft.com/office/drawing/2014/main" id="{DFF9FFDE-BD8F-9695-1241-2338BE664175}"/>
              </a:ext>
            </a:extLst>
          </p:cNvPr>
          <p:cNvSpPr>
            <a:spLocks noGrp="1"/>
          </p:cNvSpPr>
          <p:nvPr/>
        </p:nvSpPr>
        <p:spPr>
          <a:xfrm>
            <a:off x="6699855" y="376075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16" name="QUEUE_uav_2_queue_cell_2">
            <a:extLst>
              <a:ext uri="{FF2B5EF4-FFF2-40B4-BE49-F238E27FC236}">
                <a16:creationId xmlns:a16="http://schemas.microsoft.com/office/drawing/2014/main" id="{FC967903-6A54-C67B-00D9-F7991D73C3AF}"/>
              </a:ext>
            </a:extLst>
          </p:cNvPr>
          <p:cNvSpPr>
            <a:spLocks noGrp="1"/>
          </p:cNvSpPr>
          <p:nvPr/>
        </p:nvSpPr>
        <p:spPr>
          <a:xfrm>
            <a:off x="6699855" y="364645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DBEA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17" name="QUEUE_uav_2_queue_cell_3">
            <a:extLst>
              <a:ext uri="{FF2B5EF4-FFF2-40B4-BE49-F238E27FC236}">
                <a16:creationId xmlns:a16="http://schemas.microsoft.com/office/drawing/2014/main" id="{A90C4E86-3B20-8CF6-6885-F00C09B6629B}"/>
              </a:ext>
            </a:extLst>
          </p:cNvPr>
          <p:cNvSpPr>
            <a:spLocks noGrp="1"/>
          </p:cNvSpPr>
          <p:nvPr/>
        </p:nvSpPr>
        <p:spPr>
          <a:xfrm>
            <a:off x="6699855" y="353215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93C5FD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25" name="QUEUE_uav_2_queue_cell_1">
            <a:extLst>
              <a:ext uri="{FF2B5EF4-FFF2-40B4-BE49-F238E27FC236}">
                <a16:creationId xmlns:a16="http://schemas.microsoft.com/office/drawing/2014/main" id="{7C718152-6ECA-40FD-DC6B-41E0E757E9F9}"/>
              </a:ext>
            </a:extLst>
          </p:cNvPr>
          <p:cNvSpPr>
            <a:spLocks noGrp="1"/>
          </p:cNvSpPr>
          <p:nvPr/>
        </p:nvSpPr>
        <p:spPr>
          <a:xfrm>
            <a:off x="7159521" y="3762376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26" name="QUEUE_uav_2_queue_cell_2">
            <a:extLst>
              <a:ext uri="{FF2B5EF4-FFF2-40B4-BE49-F238E27FC236}">
                <a16:creationId xmlns:a16="http://schemas.microsoft.com/office/drawing/2014/main" id="{E41A85F4-01C4-6F5A-C202-F0B26ECCA061}"/>
              </a:ext>
            </a:extLst>
          </p:cNvPr>
          <p:cNvSpPr>
            <a:spLocks noGrp="1"/>
          </p:cNvSpPr>
          <p:nvPr/>
        </p:nvSpPr>
        <p:spPr>
          <a:xfrm>
            <a:off x="7159521" y="3648076"/>
            <a:ext cx="114300" cy="91440"/>
          </a:xfrm>
          <a:prstGeom prst="roundRect">
            <a:avLst>
              <a:gd name="adj" fmla="val 20833"/>
            </a:avLst>
          </a:prstGeom>
          <a:solidFill>
            <a:srgbClr val="DED6FF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27" name="QUEUE_uav_2_queue_cell_3">
            <a:extLst>
              <a:ext uri="{FF2B5EF4-FFF2-40B4-BE49-F238E27FC236}">
                <a16:creationId xmlns:a16="http://schemas.microsoft.com/office/drawing/2014/main" id="{1FE8F539-F517-F3CB-BFD9-1140A1A098C0}"/>
              </a:ext>
            </a:extLst>
          </p:cNvPr>
          <p:cNvSpPr>
            <a:spLocks noGrp="1"/>
          </p:cNvSpPr>
          <p:nvPr/>
        </p:nvSpPr>
        <p:spPr>
          <a:xfrm>
            <a:off x="7159521" y="3533776"/>
            <a:ext cx="114300" cy="91440"/>
          </a:xfrm>
          <a:prstGeom prst="roundRect">
            <a:avLst>
              <a:gd name="adj" fmla="val 20833"/>
            </a:avLst>
          </a:prstGeom>
          <a:solidFill>
            <a:srgbClr val="C4B6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30" name="QUEUE_uav_2_queue_cell_1">
            <a:extLst>
              <a:ext uri="{FF2B5EF4-FFF2-40B4-BE49-F238E27FC236}">
                <a16:creationId xmlns:a16="http://schemas.microsoft.com/office/drawing/2014/main" id="{1E9C014E-17E9-4C40-6571-14D30B64FA0A}"/>
              </a:ext>
            </a:extLst>
          </p:cNvPr>
          <p:cNvSpPr>
            <a:spLocks noGrp="1"/>
          </p:cNvSpPr>
          <p:nvPr/>
        </p:nvSpPr>
        <p:spPr>
          <a:xfrm>
            <a:off x="6248818" y="376075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31" name="QUEUE_uav_2_queue_cell_2">
            <a:extLst>
              <a:ext uri="{FF2B5EF4-FFF2-40B4-BE49-F238E27FC236}">
                <a16:creationId xmlns:a16="http://schemas.microsoft.com/office/drawing/2014/main" id="{697458AB-0338-D118-83EB-DC4A17A41E32}"/>
              </a:ext>
            </a:extLst>
          </p:cNvPr>
          <p:cNvSpPr>
            <a:spLocks noGrp="1"/>
          </p:cNvSpPr>
          <p:nvPr/>
        </p:nvSpPr>
        <p:spPr>
          <a:xfrm>
            <a:off x="6248818" y="364645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FFD7A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32" name="QUEUE_uav_2_queue_cell_3">
            <a:extLst>
              <a:ext uri="{FF2B5EF4-FFF2-40B4-BE49-F238E27FC236}">
                <a16:creationId xmlns:a16="http://schemas.microsoft.com/office/drawing/2014/main" id="{0D90879F-83E5-35C8-CF9E-194765DD591C}"/>
              </a:ext>
            </a:extLst>
          </p:cNvPr>
          <p:cNvSpPr>
            <a:spLocks noGrp="1"/>
          </p:cNvSpPr>
          <p:nvPr/>
        </p:nvSpPr>
        <p:spPr>
          <a:xfrm>
            <a:off x="6248818" y="353215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FE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35" name="QUEUE_uav_2_queue_cell_1">
            <a:extLst>
              <a:ext uri="{FF2B5EF4-FFF2-40B4-BE49-F238E27FC236}">
                <a16:creationId xmlns:a16="http://schemas.microsoft.com/office/drawing/2014/main" id="{4D934BEE-84B4-0D83-70B9-14078BE3AD04}"/>
              </a:ext>
            </a:extLst>
          </p:cNvPr>
          <p:cNvSpPr>
            <a:spLocks noGrp="1"/>
          </p:cNvSpPr>
          <p:nvPr/>
        </p:nvSpPr>
        <p:spPr>
          <a:xfrm>
            <a:off x="6396610" y="376075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36" name="QUEUE_uav_2_queue_cell_2">
            <a:extLst>
              <a:ext uri="{FF2B5EF4-FFF2-40B4-BE49-F238E27FC236}">
                <a16:creationId xmlns:a16="http://schemas.microsoft.com/office/drawing/2014/main" id="{8774477C-5419-8160-B5A5-65616AA0DA69}"/>
              </a:ext>
            </a:extLst>
          </p:cNvPr>
          <p:cNvSpPr>
            <a:spLocks noGrp="1"/>
          </p:cNvSpPr>
          <p:nvPr/>
        </p:nvSpPr>
        <p:spPr>
          <a:xfrm>
            <a:off x="6396610" y="364645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FFD7A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37" name="QUEUE_uav_2_queue_cell_3">
            <a:extLst>
              <a:ext uri="{FF2B5EF4-FFF2-40B4-BE49-F238E27FC236}">
                <a16:creationId xmlns:a16="http://schemas.microsoft.com/office/drawing/2014/main" id="{7D2E1291-F318-5FF6-1F08-C3434452D64A}"/>
              </a:ext>
            </a:extLst>
          </p:cNvPr>
          <p:cNvSpPr>
            <a:spLocks noGrp="1"/>
          </p:cNvSpPr>
          <p:nvPr/>
        </p:nvSpPr>
        <p:spPr>
          <a:xfrm>
            <a:off x="6396610" y="353215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FE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38" name="QUEUE_uav_2_queue_cell_4">
            <a:extLst>
              <a:ext uri="{FF2B5EF4-FFF2-40B4-BE49-F238E27FC236}">
                <a16:creationId xmlns:a16="http://schemas.microsoft.com/office/drawing/2014/main" id="{118F569C-B89D-7CED-D023-B7FDBF1B3254}"/>
              </a:ext>
            </a:extLst>
          </p:cNvPr>
          <p:cNvSpPr>
            <a:spLocks noGrp="1"/>
          </p:cNvSpPr>
          <p:nvPr/>
        </p:nvSpPr>
        <p:spPr>
          <a:xfrm>
            <a:off x="6396610" y="341785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FC923C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39" name="QUEUE_uav_2_queue_cell_5">
            <a:extLst>
              <a:ext uri="{FF2B5EF4-FFF2-40B4-BE49-F238E27FC236}">
                <a16:creationId xmlns:a16="http://schemas.microsoft.com/office/drawing/2014/main" id="{8E86FFF9-821D-E313-6DCD-BBC7FEFFEA34}"/>
              </a:ext>
            </a:extLst>
          </p:cNvPr>
          <p:cNvSpPr>
            <a:spLocks noGrp="1"/>
          </p:cNvSpPr>
          <p:nvPr/>
        </p:nvSpPr>
        <p:spPr>
          <a:xfrm>
            <a:off x="6396610" y="330355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F97315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40" name="QUEUE_uav_2_queue_cell_1">
            <a:extLst>
              <a:ext uri="{FF2B5EF4-FFF2-40B4-BE49-F238E27FC236}">
                <a16:creationId xmlns:a16="http://schemas.microsoft.com/office/drawing/2014/main" id="{15538A46-38B0-D830-7173-787897507A07}"/>
              </a:ext>
            </a:extLst>
          </p:cNvPr>
          <p:cNvSpPr>
            <a:spLocks noGrp="1"/>
          </p:cNvSpPr>
          <p:nvPr/>
        </p:nvSpPr>
        <p:spPr>
          <a:xfrm>
            <a:off x="6544402" y="376075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41" name="QUEUE_uav_2_queue_cell_2">
            <a:extLst>
              <a:ext uri="{FF2B5EF4-FFF2-40B4-BE49-F238E27FC236}">
                <a16:creationId xmlns:a16="http://schemas.microsoft.com/office/drawing/2014/main" id="{805357FB-EE3B-21C4-500C-2EBB0CCDC8F9}"/>
              </a:ext>
            </a:extLst>
          </p:cNvPr>
          <p:cNvSpPr>
            <a:spLocks noGrp="1"/>
          </p:cNvSpPr>
          <p:nvPr/>
        </p:nvSpPr>
        <p:spPr>
          <a:xfrm>
            <a:off x="6544402" y="364645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FFD7A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42" name="QUEUE_uav_2_queue_cell_3">
            <a:extLst>
              <a:ext uri="{FF2B5EF4-FFF2-40B4-BE49-F238E27FC236}">
                <a16:creationId xmlns:a16="http://schemas.microsoft.com/office/drawing/2014/main" id="{267EBE65-6C14-42E6-901D-CB3241FBBA15}"/>
              </a:ext>
            </a:extLst>
          </p:cNvPr>
          <p:cNvSpPr>
            <a:spLocks noGrp="1"/>
          </p:cNvSpPr>
          <p:nvPr/>
        </p:nvSpPr>
        <p:spPr>
          <a:xfrm>
            <a:off x="6544402" y="353215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FE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43" name="QUEUE_uav_2_queue_cell_4">
            <a:extLst>
              <a:ext uri="{FF2B5EF4-FFF2-40B4-BE49-F238E27FC236}">
                <a16:creationId xmlns:a16="http://schemas.microsoft.com/office/drawing/2014/main" id="{C01FC671-C09C-B211-5196-480C86B9552B}"/>
              </a:ext>
            </a:extLst>
          </p:cNvPr>
          <p:cNvSpPr>
            <a:spLocks noGrp="1"/>
          </p:cNvSpPr>
          <p:nvPr/>
        </p:nvSpPr>
        <p:spPr>
          <a:xfrm>
            <a:off x="6544402" y="3417850"/>
            <a:ext cx="114300" cy="91440"/>
          </a:xfrm>
          <a:prstGeom prst="roundRect">
            <a:avLst>
              <a:gd name="adj" fmla="val 20833"/>
            </a:avLst>
          </a:prstGeom>
          <a:solidFill>
            <a:srgbClr val="FC923C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45" name="QUEUE_uav_2_queue_cell_1">
            <a:extLst>
              <a:ext uri="{FF2B5EF4-FFF2-40B4-BE49-F238E27FC236}">
                <a16:creationId xmlns:a16="http://schemas.microsoft.com/office/drawing/2014/main" id="{DC3A0747-E89C-CEBB-02FE-B484D98C3D30}"/>
              </a:ext>
            </a:extLst>
          </p:cNvPr>
          <p:cNvSpPr>
            <a:spLocks noGrp="1"/>
          </p:cNvSpPr>
          <p:nvPr/>
        </p:nvSpPr>
        <p:spPr>
          <a:xfrm>
            <a:off x="6852151" y="3763533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46" name="QUEUE_uav_2_queue_cell_2">
            <a:extLst>
              <a:ext uri="{FF2B5EF4-FFF2-40B4-BE49-F238E27FC236}">
                <a16:creationId xmlns:a16="http://schemas.microsoft.com/office/drawing/2014/main" id="{81310234-1444-E100-0538-4220F1A73E31}"/>
              </a:ext>
            </a:extLst>
          </p:cNvPr>
          <p:cNvSpPr>
            <a:spLocks noGrp="1"/>
          </p:cNvSpPr>
          <p:nvPr/>
        </p:nvSpPr>
        <p:spPr>
          <a:xfrm>
            <a:off x="6852151" y="3649233"/>
            <a:ext cx="114300" cy="91440"/>
          </a:xfrm>
          <a:prstGeom prst="roundRect">
            <a:avLst>
              <a:gd name="adj" fmla="val 20833"/>
            </a:avLst>
          </a:prstGeom>
          <a:solidFill>
            <a:srgbClr val="DBEA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47" name="QUEUE_uav_2_queue_cell_3">
            <a:extLst>
              <a:ext uri="{FF2B5EF4-FFF2-40B4-BE49-F238E27FC236}">
                <a16:creationId xmlns:a16="http://schemas.microsoft.com/office/drawing/2014/main" id="{F5CDD647-FC5B-AB54-8138-7F050D85D765}"/>
              </a:ext>
            </a:extLst>
          </p:cNvPr>
          <p:cNvSpPr>
            <a:spLocks noGrp="1"/>
          </p:cNvSpPr>
          <p:nvPr/>
        </p:nvSpPr>
        <p:spPr>
          <a:xfrm>
            <a:off x="6852151" y="3534933"/>
            <a:ext cx="114300" cy="91440"/>
          </a:xfrm>
          <a:prstGeom prst="roundRect">
            <a:avLst>
              <a:gd name="adj" fmla="val 20833"/>
            </a:avLst>
          </a:prstGeom>
          <a:solidFill>
            <a:srgbClr val="93C5FD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48" name="QUEUE_uav_2_queue_cell_4">
            <a:extLst>
              <a:ext uri="{FF2B5EF4-FFF2-40B4-BE49-F238E27FC236}">
                <a16:creationId xmlns:a16="http://schemas.microsoft.com/office/drawing/2014/main" id="{269CD1CD-7745-2B9A-C74C-98B5064BF040}"/>
              </a:ext>
            </a:extLst>
          </p:cNvPr>
          <p:cNvSpPr>
            <a:spLocks noGrp="1"/>
          </p:cNvSpPr>
          <p:nvPr/>
        </p:nvSpPr>
        <p:spPr>
          <a:xfrm>
            <a:off x="6852151" y="3420633"/>
            <a:ext cx="114300" cy="91440"/>
          </a:xfrm>
          <a:prstGeom prst="roundRect">
            <a:avLst>
              <a:gd name="adj" fmla="val 20833"/>
            </a:avLst>
          </a:prstGeom>
          <a:solidFill>
            <a:srgbClr val="60A5F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49" name="QUEUE_uav_2_queue_cell_5">
            <a:extLst>
              <a:ext uri="{FF2B5EF4-FFF2-40B4-BE49-F238E27FC236}">
                <a16:creationId xmlns:a16="http://schemas.microsoft.com/office/drawing/2014/main" id="{F7AC5421-355E-E864-F9E6-AF706241710B}"/>
              </a:ext>
            </a:extLst>
          </p:cNvPr>
          <p:cNvSpPr>
            <a:spLocks noGrp="1"/>
          </p:cNvSpPr>
          <p:nvPr/>
        </p:nvSpPr>
        <p:spPr>
          <a:xfrm>
            <a:off x="6852151" y="3306333"/>
            <a:ext cx="114300" cy="91440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55" name="QUEUE_uav_2_queue_cell_1">
            <a:extLst>
              <a:ext uri="{FF2B5EF4-FFF2-40B4-BE49-F238E27FC236}">
                <a16:creationId xmlns:a16="http://schemas.microsoft.com/office/drawing/2014/main" id="{57EEACDB-6EAE-B7C3-3E18-C56F646105D9}"/>
              </a:ext>
            </a:extLst>
          </p:cNvPr>
          <p:cNvSpPr>
            <a:spLocks noGrp="1"/>
          </p:cNvSpPr>
          <p:nvPr/>
        </p:nvSpPr>
        <p:spPr>
          <a:xfrm>
            <a:off x="7004157" y="3763533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56" name="QUEUE_uav_2_queue_cell_2">
            <a:extLst>
              <a:ext uri="{FF2B5EF4-FFF2-40B4-BE49-F238E27FC236}">
                <a16:creationId xmlns:a16="http://schemas.microsoft.com/office/drawing/2014/main" id="{EE05E5F3-4DDD-A4CC-E127-A850887BD279}"/>
              </a:ext>
            </a:extLst>
          </p:cNvPr>
          <p:cNvSpPr>
            <a:spLocks noGrp="1"/>
          </p:cNvSpPr>
          <p:nvPr/>
        </p:nvSpPr>
        <p:spPr>
          <a:xfrm>
            <a:off x="7004157" y="3649233"/>
            <a:ext cx="114300" cy="91440"/>
          </a:xfrm>
          <a:prstGeom prst="roundRect">
            <a:avLst>
              <a:gd name="adj" fmla="val 20833"/>
            </a:avLst>
          </a:prstGeom>
          <a:solidFill>
            <a:srgbClr val="DBEA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57" name="QUEUE_uav_2_queue_cell_3">
            <a:extLst>
              <a:ext uri="{FF2B5EF4-FFF2-40B4-BE49-F238E27FC236}">
                <a16:creationId xmlns:a16="http://schemas.microsoft.com/office/drawing/2014/main" id="{788955F8-B31E-212E-4059-09D6E644DDCD}"/>
              </a:ext>
            </a:extLst>
          </p:cNvPr>
          <p:cNvSpPr>
            <a:spLocks noGrp="1"/>
          </p:cNvSpPr>
          <p:nvPr/>
        </p:nvSpPr>
        <p:spPr>
          <a:xfrm>
            <a:off x="7004157" y="3534933"/>
            <a:ext cx="114300" cy="91440"/>
          </a:xfrm>
          <a:prstGeom prst="roundRect">
            <a:avLst>
              <a:gd name="adj" fmla="val 20833"/>
            </a:avLst>
          </a:prstGeom>
          <a:solidFill>
            <a:srgbClr val="93C5FD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58" name="QUEUE_uav_2_queue_cell_4">
            <a:extLst>
              <a:ext uri="{FF2B5EF4-FFF2-40B4-BE49-F238E27FC236}">
                <a16:creationId xmlns:a16="http://schemas.microsoft.com/office/drawing/2014/main" id="{29933D4C-8D08-B94B-6B47-BA2AF46DC2CB}"/>
              </a:ext>
            </a:extLst>
          </p:cNvPr>
          <p:cNvSpPr>
            <a:spLocks noGrp="1"/>
          </p:cNvSpPr>
          <p:nvPr/>
        </p:nvSpPr>
        <p:spPr>
          <a:xfrm>
            <a:off x="7004157" y="3420633"/>
            <a:ext cx="114300" cy="91440"/>
          </a:xfrm>
          <a:prstGeom prst="roundRect">
            <a:avLst>
              <a:gd name="adj" fmla="val 20833"/>
            </a:avLst>
          </a:prstGeom>
          <a:solidFill>
            <a:srgbClr val="60A5F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60" name="QUEUE_uav_2_queue_cell_1">
            <a:extLst>
              <a:ext uri="{FF2B5EF4-FFF2-40B4-BE49-F238E27FC236}">
                <a16:creationId xmlns:a16="http://schemas.microsoft.com/office/drawing/2014/main" id="{A3C56359-9409-F32B-7636-56446BCCE94C}"/>
              </a:ext>
            </a:extLst>
          </p:cNvPr>
          <p:cNvSpPr>
            <a:spLocks noGrp="1"/>
          </p:cNvSpPr>
          <p:nvPr/>
        </p:nvSpPr>
        <p:spPr>
          <a:xfrm>
            <a:off x="7318410" y="3761342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61" name="QUEUE_uav_2_queue_cell_2">
            <a:extLst>
              <a:ext uri="{FF2B5EF4-FFF2-40B4-BE49-F238E27FC236}">
                <a16:creationId xmlns:a16="http://schemas.microsoft.com/office/drawing/2014/main" id="{35E898CA-0B14-78EF-A901-4DBED8C331FC}"/>
              </a:ext>
            </a:extLst>
          </p:cNvPr>
          <p:cNvSpPr>
            <a:spLocks noGrp="1"/>
          </p:cNvSpPr>
          <p:nvPr/>
        </p:nvSpPr>
        <p:spPr>
          <a:xfrm>
            <a:off x="7318410" y="3647042"/>
            <a:ext cx="114300" cy="91440"/>
          </a:xfrm>
          <a:prstGeom prst="roundRect">
            <a:avLst>
              <a:gd name="adj" fmla="val 20833"/>
            </a:avLst>
          </a:prstGeom>
          <a:solidFill>
            <a:srgbClr val="DED6FF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62" name="QUEUE_uav_2_queue_cell_3">
            <a:extLst>
              <a:ext uri="{FF2B5EF4-FFF2-40B4-BE49-F238E27FC236}">
                <a16:creationId xmlns:a16="http://schemas.microsoft.com/office/drawing/2014/main" id="{90CC823C-AE4B-0821-20D6-9D012FE4AA33}"/>
              </a:ext>
            </a:extLst>
          </p:cNvPr>
          <p:cNvSpPr>
            <a:spLocks noGrp="1"/>
          </p:cNvSpPr>
          <p:nvPr/>
        </p:nvSpPr>
        <p:spPr>
          <a:xfrm>
            <a:off x="7318410" y="3532742"/>
            <a:ext cx="114300" cy="91440"/>
          </a:xfrm>
          <a:prstGeom prst="roundRect">
            <a:avLst>
              <a:gd name="adj" fmla="val 20833"/>
            </a:avLst>
          </a:prstGeom>
          <a:solidFill>
            <a:srgbClr val="C4B6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63" name="QUEUE_uav_2_queue_cell_4">
            <a:extLst>
              <a:ext uri="{FF2B5EF4-FFF2-40B4-BE49-F238E27FC236}">
                <a16:creationId xmlns:a16="http://schemas.microsoft.com/office/drawing/2014/main" id="{EFC17477-7C47-EA2C-6CB2-CCE425B11B74}"/>
              </a:ext>
            </a:extLst>
          </p:cNvPr>
          <p:cNvSpPr>
            <a:spLocks noGrp="1"/>
          </p:cNvSpPr>
          <p:nvPr/>
        </p:nvSpPr>
        <p:spPr>
          <a:xfrm>
            <a:off x="7318410" y="3418442"/>
            <a:ext cx="114300" cy="91440"/>
          </a:xfrm>
          <a:prstGeom prst="roundRect">
            <a:avLst>
              <a:gd name="adj" fmla="val 20833"/>
            </a:avLst>
          </a:prstGeom>
          <a:solidFill>
            <a:srgbClr val="A78BF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64" name="QUEUE_uav_2_queue_cell_5">
            <a:extLst>
              <a:ext uri="{FF2B5EF4-FFF2-40B4-BE49-F238E27FC236}">
                <a16:creationId xmlns:a16="http://schemas.microsoft.com/office/drawing/2014/main" id="{51B5A512-7570-6AF7-1C9C-C3199FA193B6}"/>
              </a:ext>
            </a:extLst>
          </p:cNvPr>
          <p:cNvSpPr>
            <a:spLocks noGrp="1"/>
          </p:cNvSpPr>
          <p:nvPr/>
        </p:nvSpPr>
        <p:spPr>
          <a:xfrm>
            <a:off x="7318410" y="3304142"/>
            <a:ext cx="114300" cy="91440"/>
          </a:xfrm>
          <a:prstGeom prst="roundRect">
            <a:avLst>
              <a:gd name="adj" fmla="val 20833"/>
            </a:avLst>
          </a:prstGeom>
          <a:solidFill>
            <a:srgbClr val="8B5CF7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65" name="QUEUE_uav_2_queue_cell_1">
            <a:extLst>
              <a:ext uri="{FF2B5EF4-FFF2-40B4-BE49-F238E27FC236}">
                <a16:creationId xmlns:a16="http://schemas.microsoft.com/office/drawing/2014/main" id="{745F0598-2973-B4C8-B262-FFA49C39E31D}"/>
              </a:ext>
            </a:extLst>
          </p:cNvPr>
          <p:cNvSpPr>
            <a:spLocks noGrp="1"/>
          </p:cNvSpPr>
          <p:nvPr/>
        </p:nvSpPr>
        <p:spPr>
          <a:xfrm>
            <a:off x="7477299" y="3760308"/>
            <a:ext cx="114300" cy="91440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66" name="QUEUE_uav_2_queue_cell_2">
            <a:extLst>
              <a:ext uri="{FF2B5EF4-FFF2-40B4-BE49-F238E27FC236}">
                <a16:creationId xmlns:a16="http://schemas.microsoft.com/office/drawing/2014/main" id="{6CFBFEB3-9E76-99D5-FDFF-90D029DD6021}"/>
              </a:ext>
            </a:extLst>
          </p:cNvPr>
          <p:cNvSpPr>
            <a:spLocks noGrp="1"/>
          </p:cNvSpPr>
          <p:nvPr/>
        </p:nvSpPr>
        <p:spPr>
          <a:xfrm>
            <a:off x="7477299" y="3646008"/>
            <a:ext cx="114300" cy="91440"/>
          </a:xfrm>
          <a:prstGeom prst="roundRect">
            <a:avLst>
              <a:gd name="adj" fmla="val 20833"/>
            </a:avLst>
          </a:prstGeom>
          <a:solidFill>
            <a:srgbClr val="DED6FF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67" name="QUEUE_uav_2_queue_cell_3">
            <a:extLst>
              <a:ext uri="{FF2B5EF4-FFF2-40B4-BE49-F238E27FC236}">
                <a16:creationId xmlns:a16="http://schemas.microsoft.com/office/drawing/2014/main" id="{09D0FDBB-6077-5AEC-0999-10150ABE9AE2}"/>
              </a:ext>
            </a:extLst>
          </p:cNvPr>
          <p:cNvSpPr>
            <a:spLocks noGrp="1"/>
          </p:cNvSpPr>
          <p:nvPr/>
        </p:nvSpPr>
        <p:spPr>
          <a:xfrm>
            <a:off x="7477299" y="3531708"/>
            <a:ext cx="114300" cy="91440"/>
          </a:xfrm>
          <a:prstGeom prst="roundRect">
            <a:avLst>
              <a:gd name="adj" fmla="val 20833"/>
            </a:avLst>
          </a:prstGeom>
          <a:solidFill>
            <a:srgbClr val="C4B6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68" name="QUEUE_uav_2_queue_cell_4">
            <a:extLst>
              <a:ext uri="{FF2B5EF4-FFF2-40B4-BE49-F238E27FC236}">
                <a16:creationId xmlns:a16="http://schemas.microsoft.com/office/drawing/2014/main" id="{0A1B2BB4-2817-2868-F2AA-D3A8E8EEAC48}"/>
              </a:ext>
            </a:extLst>
          </p:cNvPr>
          <p:cNvSpPr>
            <a:spLocks noGrp="1"/>
          </p:cNvSpPr>
          <p:nvPr/>
        </p:nvSpPr>
        <p:spPr>
          <a:xfrm>
            <a:off x="7477299" y="3417408"/>
            <a:ext cx="114300" cy="91440"/>
          </a:xfrm>
          <a:prstGeom prst="roundRect">
            <a:avLst>
              <a:gd name="adj" fmla="val 20833"/>
            </a:avLst>
          </a:prstGeom>
          <a:solidFill>
            <a:srgbClr val="A78BF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70" name="obs-panel">
            <a:extLst>
              <a:ext uri="{FF2B5EF4-FFF2-40B4-BE49-F238E27FC236}">
                <a16:creationId xmlns:a16="http://schemas.microsoft.com/office/drawing/2014/main" id="{8F8035B7-1537-10CC-18E3-35C47F6D0E19}"/>
              </a:ext>
            </a:extLst>
          </p:cNvPr>
          <p:cNvSpPr/>
          <p:nvPr/>
        </p:nvSpPr>
        <p:spPr>
          <a:xfrm>
            <a:off x="6049258" y="2853683"/>
            <a:ext cx="1733616" cy="1150633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973857355">
                  <a:custGeom>
                    <a:avLst/>
                    <a:gdLst>
                      <a:gd name="csX0" fmla="*/ 0 w 4923895"/>
                      <a:gd name="csY0" fmla="*/ 0 h 647947"/>
                      <a:gd name="csX1" fmla="*/ 596338 w 4923895"/>
                      <a:gd name="csY1" fmla="*/ 0 h 647947"/>
                      <a:gd name="csX2" fmla="*/ 1143438 w 4923895"/>
                      <a:gd name="csY2" fmla="*/ 0 h 647947"/>
                      <a:gd name="csX3" fmla="*/ 1641298 w 4923895"/>
                      <a:gd name="csY3" fmla="*/ 0 h 647947"/>
                      <a:gd name="csX4" fmla="*/ 2188398 w 4923895"/>
                      <a:gd name="csY4" fmla="*/ 0 h 647947"/>
                      <a:gd name="csX5" fmla="*/ 2686258 w 4923895"/>
                      <a:gd name="csY5" fmla="*/ 0 h 647947"/>
                      <a:gd name="csX6" fmla="*/ 3331836 w 4923895"/>
                      <a:gd name="csY6" fmla="*/ 0 h 647947"/>
                      <a:gd name="csX7" fmla="*/ 3731218 w 4923895"/>
                      <a:gd name="csY7" fmla="*/ 0 h 647947"/>
                      <a:gd name="csX8" fmla="*/ 4130601 w 4923895"/>
                      <a:gd name="csY8" fmla="*/ 0 h 647947"/>
                      <a:gd name="csX9" fmla="*/ 4923895 w 4923895"/>
                      <a:gd name="csY9" fmla="*/ 0 h 647947"/>
                      <a:gd name="csX10" fmla="*/ 4923895 w 4923895"/>
                      <a:gd name="csY10" fmla="*/ 330453 h 647947"/>
                      <a:gd name="csX11" fmla="*/ 4923895 w 4923895"/>
                      <a:gd name="csY11" fmla="*/ 647947 h 647947"/>
                      <a:gd name="csX12" fmla="*/ 4327557 w 4923895"/>
                      <a:gd name="csY12" fmla="*/ 647947 h 647947"/>
                      <a:gd name="csX13" fmla="*/ 3928174 w 4923895"/>
                      <a:gd name="csY13" fmla="*/ 647947 h 647947"/>
                      <a:gd name="csX14" fmla="*/ 3381075 w 4923895"/>
                      <a:gd name="csY14" fmla="*/ 647947 h 647947"/>
                      <a:gd name="csX15" fmla="*/ 2735497 w 4923895"/>
                      <a:gd name="csY15" fmla="*/ 647947 h 647947"/>
                      <a:gd name="csX16" fmla="*/ 2336115 w 4923895"/>
                      <a:gd name="csY16" fmla="*/ 647947 h 647947"/>
                      <a:gd name="csX17" fmla="*/ 1936732 w 4923895"/>
                      <a:gd name="csY17" fmla="*/ 647947 h 647947"/>
                      <a:gd name="csX18" fmla="*/ 1537349 w 4923895"/>
                      <a:gd name="csY18" fmla="*/ 647947 h 647947"/>
                      <a:gd name="csX19" fmla="*/ 1088728 w 4923895"/>
                      <a:gd name="csY19" fmla="*/ 647947 h 647947"/>
                      <a:gd name="csX20" fmla="*/ 541628 w 4923895"/>
                      <a:gd name="csY20" fmla="*/ 647947 h 647947"/>
                      <a:gd name="csX21" fmla="*/ 0 w 4923895"/>
                      <a:gd name="csY21" fmla="*/ 647947 h 647947"/>
                      <a:gd name="csX22" fmla="*/ 0 w 4923895"/>
                      <a:gd name="csY22" fmla="*/ 317494 h 647947"/>
                      <a:gd name="csX23" fmla="*/ 0 w 4923895"/>
                      <a:gd name="csY23" fmla="*/ 0 h 64794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</a:cxnLst>
                    <a:rect l="l" t="t" r="r" b="b"/>
                    <a:pathLst>
                      <a:path w="4923895" h="647947" extrusionOk="0">
                        <a:moveTo>
                          <a:pt x="0" y="0"/>
                        </a:moveTo>
                        <a:cubicBezTo>
                          <a:pt x="218768" y="-26988"/>
                          <a:pt x="338625" y="69810"/>
                          <a:pt x="596338" y="0"/>
                        </a:cubicBezTo>
                        <a:cubicBezTo>
                          <a:pt x="854051" y="-69810"/>
                          <a:pt x="986620" y="260"/>
                          <a:pt x="1143438" y="0"/>
                        </a:cubicBezTo>
                        <a:cubicBezTo>
                          <a:pt x="1300256" y="-260"/>
                          <a:pt x="1503700" y="34145"/>
                          <a:pt x="1641298" y="0"/>
                        </a:cubicBezTo>
                        <a:cubicBezTo>
                          <a:pt x="1778896" y="-34145"/>
                          <a:pt x="1960463" y="34430"/>
                          <a:pt x="2188398" y="0"/>
                        </a:cubicBezTo>
                        <a:cubicBezTo>
                          <a:pt x="2416333" y="-34430"/>
                          <a:pt x="2549215" y="10864"/>
                          <a:pt x="2686258" y="0"/>
                        </a:cubicBezTo>
                        <a:cubicBezTo>
                          <a:pt x="2823301" y="-10864"/>
                          <a:pt x="3029266" y="70108"/>
                          <a:pt x="3331836" y="0"/>
                        </a:cubicBezTo>
                        <a:cubicBezTo>
                          <a:pt x="3634406" y="-70108"/>
                          <a:pt x="3621766" y="13757"/>
                          <a:pt x="3731218" y="0"/>
                        </a:cubicBezTo>
                        <a:cubicBezTo>
                          <a:pt x="3840670" y="-13757"/>
                          <a:pt x="3963491" y="33720"/>
                          <a:pt x="4130601" y="0"/>
                        </a:cubicBezTo>
                        <a:cubicBezTo>
                          <a:pt x="4297711" y="-33720"/>
                          <a:pt x="4701200" y="71242"/>
                          <a:pt x="4923895" y="0"/>
                        </a:cubicBezTo>
                        <a:cubicBezTo>
                          <a:pt x="4936078" y="86497"/>
                          <a:pt x="4923571" y="198855"/>
                          <a:pt x="4923895" y="330453"/>
                        </a:cubicBezTo>
                        <a:cubicBezTo>
                          <a:pt x="4924219" y="462051"/>
                          <a:pt x="4900770" y="492661"/>
                          <a:pt x="4923895" y="647947"/>
                        </a:cubicBezTo>
                        <a:cubicBezTo>
                          <a:pt x="4694694" y="715906"/>
                          <a:pt x="4556012" y="610233"/>
                          <a:pt x="4327557" y="647947"/>
                        </a:cubicBezTo>
                        <a:cubicBezTo>
                          <a:pt x="4099102" y="685661"/>
                          <a:pt x="4036543" y="630369"/>
                          <a:pt x="3928174" y="647947"/>
                        </a:cubicBezTo>
                        <a:cubicBezTo>
                          <a:pt x="3819805" y="665525"/>
                          <a:pt x="3503823" y="630133"/>
                          <a:pt x="3381075" y="647947"/>
                        </a:cubicBezTo>
                        <a:cubicBezTo>
                          <a:pt x="3258327" y="665761"/>
                          <a:pt x="2955249" y="628773"/>
                          <a:pt x="2735497" y="647947"/>
                        </a:cubicBezTo>
                        <a:cubicBezTo>
                          <a:pt x="2515745" y="667121"/>
                          <a:pt x="2516049" y="615849"/>
                          <a:pt x="2336115" y="647947"/>
                        </a:cubicBezTo>
                        <a:cubicBezTo>
                          <a:pt x="2156181" y="680045"/>
                          <a:pt x="2039815" y="638305"/>
                          <a:pt x="1936732" y="647947"/>
                        </a:cubicBezTo>
                        <a:cubicBezTo>
                          <a:pt x="1833649" y="657589"/>
                          <a:pt x="1716180" y="636893"/>
                          <a:pt x="1537349" y="647947"/>
                        </a:cubicBezTo>
                        <a:cubicBezTo>
                          <a:pt x="1358518" y="659001"/>
                          <a:pt x="1287617" y="606893"/>
                          <a:pt x="1088728" y="647947"/>
                        </a:cubicBezTo>
                        <a:cubicBezTo>
                          <a:pt x="889839" y="689001"/>
                          <a:pt x="657409" y="593683"/>
                          <a:pt x="541628" y="647947"/>
                        </a:cubicBezTo>
                        <a:cubicBezTo>
                          <a:pt x="425847" y="702211"/>
                          <a:pt x="140908" y="630546"/>
                          <a:pt x="0" y="647947"/>
                        </a:cubicBezTo>
                        <a:cubicBezTo>
                          <a:pt x="-14785" y="575710"/>
                          <a:pt x="13221" y="462075"/>
                          <a:pt x="0" y="317494"/>
                        </a:cubicBezTo>
                        <a:cubicBezTo>
                          <a:pt x="-13221" y="172913"/>
                          <a:pt x="6532" y="13501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72" name="文本框 671">
            <a:extLst>
              <a:ext uri="{FF2B5EF4-FFF2-40B4-BE49-F238E27FC236}">
                <a16:creationId xmlns:a16="http://schemas.microsoft.com/office/drawing/2014/main" id="{F5532D4B-2D06-0888-FA3A-D54CA3B34B11}"/>
              </a:ext>
            </a:extLst>
          </p:cNvPr>
          <p:cNvSpPr txBox="1"/>
          <p:nvPr/>
        </p:nvSpPr>
        <p:spPr>
          <a:xfrm>
            <a:off x="6344238" y="2924345"/>
            <a:ext cx="1228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Queue</a:t>
            </a:r>
            <a:r>
              <a:rPr lang="zh-CN" alt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Update</a:t>
            </a:r>
            <a:endParaRPr lang="fr-FR" altLang="zh-CN" sz="1200" b="1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pic>
        <p:nvPicPr>
          <p:cNvPr id="676" name="PALETTE_img_2">
            <a:extLst>
              <a:ext uri="{FF2B5EF4-FFF2-40B4-BE49-F238E27FC236}">
                <a16:creationId xmlns:a16="http://schemas.microsoft.com/office/drawing/2014/main" id="{BDFE995C-78A7-6A13-F3ED-449605A10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79484" y="3391417"/>
            <a:ext cx="281225" cy="197953"/>
          </a:xfrm>
          <a:prstGeom prst="rect">
            <a:avLst/>
          </a:prstGeom>
        </p:spPr>
      </p:pic>
      <p:pic>
        <p:nvPicPr>
          <p:cNvPr id="677" name="PALETTE_img_6">
            <a:extLst>
              <a:ext uri="{FF2B5EF4-FFF2-40B4-BE49-F238E27FC236}">
                <a16:creationId xmlns:a16="http://schemas.microsoft.com/office/drawing/2014/main" id="{4D8F687C-24CB-AE33-1F57-0DB41215FE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flipH="1">
            <a:off x="3181134" y="3337638"/>
            <a:ext cx="295167" cy="247378"/>
          </a:xfrm>
          <a:prstGeom prst="rect">
            <a:avLst/>
          </a:prstGeom>
        </p:spPr>
      </p:pic>
      <p:pic>
        <p:nvPicPr>
          <p:cNvPr id="678" name="PALETTE_img_1">
            <a:extLst>
              <a:ext uri="{FF2B5EF4-FFF2-40B4-BE49-F238E27FC236}">
                <a16:creationId xmlns:a16="http://schemas.microsoft.com/office/drawing/2014/main" id="{6D31C08D-E4ED-A2C2-78A5-74E2F777B3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 flipH="1">
            <a:off x="4988306" y="3364628"/>
            <a:ext cx="286978" cy="254000"/>
          </a:xfrm>
          <a:prstGeom prst="rect">
            <a:avLst/>
          </a:prstGeom>
        </p:spPr>
      </p:pic>
      <p:pic>
        <p:nvPicPr>
          <p:cNvPr id="679" name="PALETTE_img_2">
            <a:extLst>
              <a:ext uri="{FF2B5EF4-FFF2-40B4-BE49-F238E27FC236}">
                <a16:creationId xmlns:a16="http://schemas.microsoft.com/office/drawing/2014/main" id="{F180316B-571D-6D28-7233-DB517DA28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199306" y="3493041"/>
            <a:ext cx="281225" cy="197953"/>
          </a:xfrm>
          <a:prstGeom prst="rect">
            <a:avLst/>
          </a:prstGeom>
        </p:spPr>
      </p:pic>
      <p:pic>
        <p:nvPicPr>
          <p:cNvPr id="680" name="PALETTE_img_6">
            <a:extLst>
              <a:ext uri="{FF2B5EF4-FFF2-40B4-BE49-F238E27FC236}">
                <a16:creationId xmlns:a16="http://schemas.microsoft.com/office/drawing/2014/main" id="{F818E1BC-3E86-8EAB-ECDC-ADAEBB5C95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flipH="1">
            <a:off x="3110005" y="3421601"/>
            <a:ext cx="295167" cy="247378"/>
          </a:xfrm>
          <a:prstGeom prst="rect">
            <a:avLst/>
          </a:prstGeom>
        </p:spPr>
      </p:pic>
      <p:pic>
        <p:nvPicPr>
          <p:cNvPr id="681" name="PALETTE_img_6">
            <a:extLst>
              <a:ext uri="{FF2B5EF4-FFF2-40B4-BE49-F238E27FC236}">
                <a16:creationId xmlns:a16="http://schemas.microsoft.com/office/drawing/2014/main" id="{4C32B835-B8C3-CAD8-18F9-ED8FBB102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flipH="1">
            <a:off x="3328718" y="3421601"/>
            <a:ext cx="295167" cy="247378"/>
          </a:xfrm>
          <a:prstGeom prst="rect">
            <a:avLst/>
          </a:prstGeom>
        </p:spPr>
      </p:pic>
      <p:pic>
        <p:nvPicPr>
          <p:cNvPr id="682" name="PALETTE_img_1">
            <a:extLst>
              <a:ext uri="{FF2B5EF4-FFF2-40B4-BE49-F238E27FC236}">
                <a16:creationId xmlns:a16="http://schemas.microsoft.com/office/drawing/2014/main" id="{6BF1DCB3-1451-EE7B-86A2-F446A9F58F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 flipH="1">
            <a:off x="5162575" y="3394833"/>
            <a:ext cx="286978" cy="254000"/>
          </a:xfrm>
          <a:prstGeom prst="rect">
            <a:avLst/>
          </a:prstGeom>
        </p:spPr>
      </p:pic>
      <p:grpSp>
        <p:nvGrpSpPr>
          <p:cNvPr id="685" name="组合 684">
            <a:extLst>
              <a:ext uri="{FF2B5EF4-FFF2-40B4-BE49-F238E27FC236}">
                <a16:creationId xmlns:a16="http://schemas.microsoft.com/office/drawing/2014/main" id="{B7F2F325-6407-7874-3835-63D1D05F0EB9}"/>
              </a:ext>
            </a:extLst>
          </p:cNvPr>
          <p:cNvGrpSpPr/>
          <p:nvPr/>
        </p:nvGrpSpPr>
        <p:grpSpPr>
          <a:xfrm rot="2455050">
            <a:off x="3344343" y="3263406"/>
            <a:ext cx="512854" cy="505606"/>
            <a:chOff x="7500937" y="4905925"/>
            <a:chExt cx="449262" cy="442912"/>
          </a:xfrm>
          <a:solidFill>
            <a:srgbClr val="FFD7AB"/>
          </a:solidFill>
        </p:grpSpPr>
        <p:sp>
          <p:nvSpPr>
            <p:cNvPr id="686" name="空心弧 685">
              <a:extLst>
                <a:ext uri="{FF2B5EF4-FFF2-40B4-BE49-F238E27FC236}">
                  <a16:creationId xmlns:a16="http://schemas.microsoft.com/office/drawing/2014/main" id="{0D9BEC4F-C0F3-FF7A-4A8A-2B3270F4B381}"/>
                </a:ext>
              </a:extLst>
            </p:cNvPr>
            <p:cNvSpPr/>
            <p:nvPr/>
          </p:nvSpPr>
          <p:spPr>
            <a:xfrm>
              <a:off x="7597774" y="4905925"/>
              <a:ext cx="352425" cy="352425"/>
            </a:xfrm>
            <a:prstGeom prst="blockArc">
              <a:avLst>
                <a:gd name="adj1" fmla="val 17052154"/>
                <a:gd name="adj2" fmla="val 20976669"/>
                <a:gd name="adj3" fmla="val 7639"/>
              </a:avLst>
            </a:prstGeom>
            <a:grpFill/>
            <a:ln w="9525">
              <a:solidFill>
                <a:srgbClr val="F973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87" name="空心弧 686">
              <a:extLst>
                <a:ext uri="{FF2B5EF4-FFF2-40B4-BE49-F238E27FC236}">
                  <a16:creationId xmlns:a16="http://schemas.microsoft.com/office/drawing/2014/main" id="{ED23E336-BEE4-5121-80D8-35B0B43DC450}"/>
                </a:ext>
              </a:extLst>
            </p:cNvPr>
            <p:cNvSpPr/>
            <p:nvPr/>
          </p:nvSpPr>
          <p:spPr>
            <a:xfrm>
              <a:off x="7548562" y="4948785"/>
              <a:ext cx="352425" cy="352425"/>
            </a:xfrm>
            <a:prstGeom prst="blockArc">
              <a:avLst>
                <a:gd name="adj1" fmla="val 17052154"/>
                <a:gd name="adj2" fmla="val 20976669"/>
                <a:gd name="adj3" fmla="val 7639"/>
              </a:avLst>
            </a:prstGeom>
            <a:grpFill/>
            <a:ln w="9525">
              <a:solidFill>
                <a:srgbClr val="F973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88" name="空心弧 687">
              <a:extLst>
                <a:ext uri="{FF2B5EF4-FFF2-40B4-BE49-F238E27FC236}">
                  <a16:creationId xmlns:a16="http://schemas.microsoft.com/office/drawing/2014/main" id="{31B09F70-4BF3-9AE6-7F27-49780649BB79}"/>
                </a:ext>
              </a:extLst>
            </p:cNvPr>
            <p:cNvSpPr/>
            <p:nvPr/>
          </p:nvSpPr>
          <p:spPr>
            <a:xfrm>
              <a:off x="7500937" y="4996412"/>
              <a:ext cx="352425" cy="352425"/>
            </a:xfrm>
            <a:prstGeom prst="blockArc">
              <a:avLst>
                <a:gd name="adj1" fmla="val 17052154"/>
                <a:gd name="adj2" fmla="val 20976669"/>
                <a:gd name="adj3" fmla="val 7639"/>
              </a:avLst>
            </a:prstGeom>
            <a:grpFill/>
            <a:ln w="9525">
              <a:solidFill>
                <a:srgbClr val="F973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89" name="组合 688">
            <a:extLst>
              <a:ext uri="{FF2B5EF4-FFF2-40B4-BE49-F238E27FC236}">
                <a16:creationId xmlns:a16="http://schemas.microsoft.com/office/drawing/2014/main" id="{D2BF049C-8F51-6BB2-243A-22FBBBD11059}"/>
              </a:ext>
            </a:extLst>
          </p:cNvPr>
          <p:cNvGrpSpPr/>
          <p:nvPr/>
        </p:nvGrpSpPr>
        <p:grpSpPr>
          <a:xfrm rot="2968007">
            <a:off x="4222586" y="3261220"/>
            <a:ext cx="512854" cy="505606"/>
            <a:chOff x="7500937" y="4905925"/>
            <a:chExt cx="449262" cy="442912"/>
          </a:xfrm>
          <a:solidFill>
            <a:srgbClr val="2978B5">
              <a:alpha val="20000"/>
            </a:srgbClr>
          </a:solidFill>
        </p:grpSpPr>
        <p:sp>
          <p:nvSpPr>
            <p:cNvPr id="690" name="空心弧 689">
              <a:extLst>
                <a:ext uri="{FF2B5EF4-FFF2-40B4-BE49-F238E27FC236}">
                  <a16:creationId xmlns:a16="http://schemas.microsoft.com/office/drawing/2014/main" id="{07E5819F-A4CE-E9B3-4338-4BD3EC91C691}"/>
                </a:ext>
              </a:extLst>
            </p:cNvPr>
            <p:cNvSpPr/>
            <p:nvPr/>
          </p:nvSpPr>
          <p:spPr>
            <a:xfrm>
              <a:off x="7597774" y="4905925"/>
              <a:ext cx="352425" cy="352425"/>
            </a:xfrm>
            <a:prstGeom prst="blockArc">
              <a:avLst>
                <a:gd name="adj1" fmla="val 17052154"/>
                <a:gd name="adj2" fmla="val 20976669"/>
                <a:gd name="adj3" fmla="val 7639"/>
              </a:avLst>
            </a:prstGeom>
            <a:grpFill/>
            <a:ln w="9525">
              <a:solidFill>
                <a:srgbClr val="297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91" name="空心弧 690">
              <a:extLst>
                <a:ext uri="{FF2B5EF4-FFF2-40B4-BE49-F238E27FC236}">
                  <a16:creationId xmlns:a16="http://schemas.microsoft.com/office/drawing/2014/main" id="{6DB34F2F-4AC8-ECE9-9EF0-14639281C4C4}"/>
                </a:ext>
              </a:extLst>
            </p:cNvPr>
            <p:cNvSpPr/>
            <p:nvPr/>
          </p:nvSpPr>
          <p:spPr>
            <a:xfrm>
              <a:off x="7548562" y="4948785"/>
              <a:ext cx="352425" cy="352425"/>
            </a:xfrm>
            <a:prstGeom prst="blockArc">
              <a:avLst>
                <a:gd name="adj1" fmla="val 17052154"/>
                <a:gd name="adj2" fmla="val 20976669"/>
                <a:gd name="adj3" fmla="val 7639"/>
              </a:avLst>
            </a:prstGeom>
            <a:grpFill/>
            <a:ln w="9525">
              <a:solidFill>
                <a:srgbClr val="297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92" name="空心弧 691">
              <a:extLst>
                <a:ext uri="{FF2B5EF4-FFF2-40B4-BE49-F238E27FC236}">
                  <a16:creationId xmlns:a16="http://schemas.microsoft.com/office/drawing/2014/main" id="{AF06EF2B-39D5-8FCF-EF53-8D05620C25F9}"/>
                </a:ext>
              </a:extLst>
            </p:cNvPr>
            <p:cNvSpPr/>
            <p:nvPr/>
          </p:nvSpPr>
          <p:spPr>
            <a:xfrm>
              <a:off x="7500937" y="4996412"/>
              <a:ext cx="352425" cy="352425"/>
            </a:xfrm>
            <a:prstGeom prst="blockArc">
              <a:avLst>
                <a:gd name="adj1" fmla="val 17052154"/>
                <a:gd name="adj2" fmla="val 20976669"/>
                <a:gd name="adj3" fmla="val 7639"/>
              </a:avLst>
            </a:prstGeom>
            <a:grpFill/>
            <a:ln w="9525">
              <a:solidFill>
                <a:srgbClr val="297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694" name="图形 693" descr="齿轮 纯色填充">
            <a:extLst>
              <a:ext uri="{FF2B5EF4-FFF2-40B4-BE49-F238E27FC236}">
                <a16:creationId xmlns:a16="http://schemas.microsoft.com/office/drawing/2014/main" id="{B927B80A-3E1D-CE20-4EC8-7C0795B024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77231" y="3401164"/>
            <a:ext cx="353584" cy="353584"/>
          </a:xfrm>
          <a:prstGeom prst="rect">
            <a:avLst/>
          </a:prstGeom>
        </p:spPr>
      </p:pic>
      <p:sp>
        <p:nvSpPr>
          <p:cNvPr id="695" name="文本框 694">
            <a:extLst>
              <a:ext uri="{FF2B5EF4-FFF2-40B4-BE49-F238E27FC236}">
                <a16:creationId xmlns:a16="http://schemas.microsoft.com/office/drawing/2014/main" id="{210ED68D-A760-980B-9F32-4DC579F58EDB}"/>
              </a:ext>
            </a:extLst>
          </p:cNvPr>
          <p:cNvSpPr txBox="1"/>
          <p:nvPr/>
        </p:nvSpPr>
        <p:spPr>
          <a:xfrm>
            <a:off x="3118193" y="3672395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Uploading</a:t>
            </a:r>
            <a:endParaRPr lang="fr-FR" altLang="zh-CN" sz="900" b="1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696" name="文本框 695">
            <a:extLst>
              <a:ext uri="{FF2B5EF4-FFF2-40B4-BE49-F238E27FC236}">
                <a16:creationId xmlns:a16="http://schemas.microsoft.com/office/drawing/2014/main" id="{C9C7C838-4853-E081-E992-3CE0F39541EE}"/>
              </a:ext>
            </a:extLst>
          </p:cNvPr>
          <p:cNvSpPr txBox="1"/>
          <p:nvPr/>
        </p:nvSpPr>
        <p:spPr>
          <a:xfrm>
            <a:off x="4113021" y="3672395"/>
            <a:ext cx="6976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b="1" dirty="0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Backhaul</a:t>
            </a:r>
          </a:p>
        </p:txBody>
      </p:sp>
      <p:sp>
        <p:nvSpPr>
          <p:cNvPr id="697" name="文本框 696">
            <a:extLst>
              <a:ext uri="{FF2B5EF4-FFF2-40B4-BE49-F238E27FC236}">
                <a16:creationId xmlns:a16="http://schemas.microsoft.com/office/drawing/2014/main" id="{DCA4CFFB-7D48-15EF-DECB-BE48434C100A}"/>
              </a:ext>
            </a:extLst>
          </p:cNvPr>
          <p:cNvSpPr txBox="1"/>
          <p:nvPr/>
        </p:nvSpPr>
        <p:spPr>
          <a:xfrm>
            <a:off x="4973608" y="3673210"/>
            <a:ext cx="7938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Computing</a:t>
            </a:r>
            <a:endParaRPr lang="fr-FR" altLang="zh-CN" sz="900" b="1" dirty="0">
              <a:solidFill>
                <a:srgbClr val="0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698" name="QUEUE_uav_2_queue_cell_1">
            <a:extLst>
              <a:ext uri="{FF2B5EF4-FFF2-40B4-BE49-F238E27FC236}">
                <a16:creationId xmlns:a16="http://schemas.microsoft.com/office/drawing/2014/main" id="{65945F9F-7BAF-1503-7573-7BFB861438F7}"/>
              </a:ext>
            </a:extLst>
          </p:cNvPr>
          <p:cNvSpPr>
            <a:spLocks noGrp="1"/>
          </p:cNvSpPr>
          <p:nvPr/>
        </p:nvSpPr>
        <p:spPr>
          <a:xfrm flipV="1">
            <a:off x="3041227" y="3642374"/>
            <a:ext cx="65064" cy="45719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699" name="QUEUE_uav_2_queue_cell_2">
            <a:extLst>
              <a:ext uri="{FF2B5EF4-FFF2-40B4-BE49-F238E27FC236}">
                <a16:creationId xmlns:a16="http://schemas.microsoft.com/office/drawing/2014/main" id="{E99BE586-1D1A-445F-FDCC-EE08F46EBEA6}"/>
              </a:ext>
            </a:extLst>
          </p:cNvPr>
          <p:cNvSpPr>
            <a:spLocks noGrp="1"/>
          </p:cNvSpPr>
          <p:nvPr/>
        </p:nvSpPr>
        <p:spPr>
          <a:xfrm flipV="1">
            <a:off x="3041227" y="3566511"/>
            <a:ext cx="65064" cy="45719"/>
          </a:xfrm>
          <a:prstGeom prst="roundRect">
            <a:avLst>
              <a:gd name="adj" fmla="val 20833"/>
            </a:avLst>
          </a:prstGeom>
          <a:solidFill>
            <a:srgbClr val="FFD7A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00" name="QUEUE_uav_2_queue_cell_3">
            <a:extLst>
              <a:ext uri="{FF2B5EF4-FFF2-40B4-BE49-F238E27FC236}">
                <a16:creationId xmlns:a16="http://schemas.microsoft.com/office/drawing/2014/main" id="{24167696-6473-F1C0-6B7E-D1A97DDB39FD}"/>
              </a:ext>
            </a:extLst>
          </p:cNvPr>
          <p:cNvSpPr>
            <a:spLocks noGrp="1"/>
          </p:cNvSpPr>
          <p:nvPr/>
        </p:nvSpPr>
        <p:spPr>
          <a:xfrm flipV="1">
            <a:off x="3041227" y="3490648"/>
            <a:ext cx="65064" cy="45719"/>
          </a:xfrm>
          <a:prstGeom prst="roundRect">
            <a:avLst>
              <a:gd name="adj" fmla="val 20833"/>
            </a:avLst>
          </a:prstGeom>
          <a:solidFill>
            <a:srgbClr val="FEBA74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01" name="QUEUE_uav_2_queue_cell_4">
            <a:extLst>
              <a:ext uri="{FF2B5EF4-FFF2-40B4-BE49-F238E27FC236}">
                <a16:creationId xmlns:a16="http://schemas.microsoft.com/office/drawing/2014/main" id="{CB86B2B0-3097-1DC1-AC1D-D67CE5F44619}"/>
              </a:ext>
            </a:extLst>
          </p:cNvPr>
          <p:cNvSpPr>
            <a:spLocks noGrp="1"/>
          </p:cNvSpPr>
          <p:nvPr/>
        </p:nvSpPr>
        <p:spPr>
          <a:xfrm flipV="1">
            <a:off x="3041227" y="3414785"/>
            <a:ext cx="65064" cy="45719"/>
          </a:xfrm>
          <a:prstGeom prst="roundRect">
            <a:avLst>
              <a:gd name="adj" fmla="val 20833"/>
            </a:avLst>
          </a:prstGeom>
          <a:solidFill>
            <a:srgbClr val="FC923C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02" name="QUEUE_uav_2_queue_cell_5">
            <a:extLst>
              <a:ext uri="{FF2B5EF4-FFF2-40B4-BE49-F238E27FC236}">
                <a16:creationId xmlns:a16="http://schemas.microsoft.com/office/drawing/2014/main" id="{CF087581-CC96-786C-E4B7-188158D215D9}"/>
              </a:ext>
            </a:extLst>
          </p:cNvPr>
          <p:cNvSpPr>
            <a:spLocks noGrp="1"/>
          </p:cNvSpPr>
          <p:nvPr/>
        </p:nvSpPr>
        <p:spPr>
          <a:xfrm flipV="1">
            <a:off x="3041227" y="3338922"/>
            <a:ext cx="65064" cy="45719"/>
          </a:xfrm>
          <a:prstGeom prst="roundRect">
            <a:avLst>
              <a:gd name="adj" fmla="val 20833"/>
            </a:avLst>
          </a:prstGeom>
          <a:solidFill>
            <a:srgbClr val="F97315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03" name="QUEUE_uav_2_queue_cell_1">
            <a:extLst>
              <a:ext uri="{FF2B5EF4-FFF2-40B4-BE49-F238E27FC236}">
                <a16:creationId xmlns:a16="http://schemas.microsoft.com/office/drawing/2014/main" id="{1E91D0E5-2F36-AC1F-C829-0368D68AE433}"/>
              </a:ext>
            </a:extLst>
          </p:cNvPr>
          <p:cNvSpPr>
            <a:spLocks noGrp="1"/>
          </p:cNvSpPr>
          <p:nvPr/>
        </p:nvSpPr>
        <p:spPr>
          <a:xfrm flipV="1">
            <a:off x="4024399" y="3645156"/>
            <a:ext cx="65064" cy="45719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04" name="QUEUE_uav_2_queue_cell_2">
            <a:extLst>
              <a:ext uri="{FF2B5EF4-FFF2-40B4-BE49-F238E27FC236}">
                <a16:creationId xmlns:a16="http://schemas.microsoft.com/office/drawing/2014/main" id="{401AE753-C0C3-0EE8-64C5-68DF770731AF}"/>
              </a:ext>
            </a:extLst>
          </p:cNvPr>
          <p:cNvSpPr>
            <a:spLocks noGrp="1"/>
          </p:cNvSpPr>
          <p:nvPr/>
        </p:nvSpPr>
        <p:spPr>
          <a:xfrm flipV="1">
            <a:off x="4024399" y="3569293"/>
            <a:ext cx="65064" cy="45719"/>
          </a:xfrm>
          <a:prstGeom prst="roundRect">
            <a:avLst>
              <a:gd name="adj" fmla="val 20833"/>
            </a:avLst>
          </a:prstGeom>
          <a:solidFill>
            <a:srgbClr val="DBEA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05" name="QUEUE_uav_2_queue_cell_3">
            <a:extLst>
              <a:ext uri="{FF2B5EF4-FFF2-40B4-BE49-F238E27FC236}">
                <a16:creationId xmlns:a16="http://schemas.microsoft.com/office/drawing/2014/main" id="{EF7CDA98-8DA9-40C7-4505-07AB5831C871}"/>
              </a:ext>
            </a:extLst>
          </p:cNvPr>
          <p:cNvSpPr>
            <a:spLocks noGrp="1"/>
          </p:cNvSpPr>
          <p:nvPr/>
        </p:nvSpPr>
        <p:spPr>
          <a:xfrm flipV="1">
            <a:off x="4024399" y="3493430"/>
            <a:ext cx="65064" cy="45719"/>
          </a:xfrm>
          <a:prstGeom prst="roundRect">
            <a:avLst>
              <a:gd name="adj" fmla="val 20833"/>
            </a:avLst>
          </a:prstGeom>
          <a:solidFill>
            <a:srgbClr val="93C5FD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06" name="QUEUE_uav_2_queue_cell_4">
            <a:extLst>
              <a:ext uri="{FF2B5EF4-FFF2-40B4-BE49-F238E27FC236}">
                <a16:creationId xmlns:a16="http://schemas.microsoft.com/office/drawing/2014/main" id="{7DA1B9A2-1C6A-C2DB-5E56-56A8ED3D49B7}"/>
              </a:ext>
            </a:extLst>
          </p:cNvPr>
          <p:cNvSpPr>
            <a:spLocks noGrp="1"/>
          </p:cNvSpPr>
          <p:nvPr/>
        </p:nvSpPr>
        <p:spPr>
          <a:xfrm flipV="1">
            <a:off x="4024399" y="3417567"/>
            <a:ext cx="65064" cy="45719"/>
          </a:xfrm>
          <a:prstGeom prst="roundRect">
            <a:avLst>
              <a:gd name="adj" fmla="val 20833"/>
            </a:avLst>
          </a:prstGeom>
          <a:solidFill>
            <a:srgbClr val="60A5FA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08" name="QUEUE_uav_2_queue_cell_1">
            <a:extLst>
              <a:ext uri="{FF2B5EF4-FFF2-40B4-BE49-F238E27FC236}">
                <a16:creationId xmlns:a16="http://schemas.microsoft.com/office/drawing/2014/main" id="{C3421604-C751-2A23-49B9-2651EB5228CD}"/>
              </a:ext>
            </a:extLst>
          </p:cNvPr>
          <p:cNvSpPr>
            <a:spLocks noGrp="1"/>
          </p:cNvSpPr>
          <p:nvPr/>
        </p:nvSpPr>
        <p:spPr>
          <a:xfrm flipV="1">
            <a:off x="4857075" y="3650840"/>
            <a:ext cx="65064" cy="45719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09" name="QUEUE_uav_2_queue_cell_2">
            <a:extLst>
              <a:ext uri="{FF2B5EF4-FFF2-40B4-BE49-F238E27FC236}">
                <a16:creationId xmlns:a16="http://schemas.microsoft.com/office/drawing/2014/main" id="{7118F475-3314-FE4B-6619-23E93FFB74A8}"/>
              </a:ext>
            </a:extLst>
          </p:cNvPr>
          <p:cNvSpPr>
            <a:spLocks noGrp="1"/>
          </p:cNvSpPr>
          <p:nvPr/>
        </p:nvSpPr>
        <p:spPr>
          <a:xfrm flipV="1">
            <a:off x="4857075" y="3574977"/>
            <a:ext cx="65064" cy="45719"/>
          </a:xfrm>
          <a:prstGeom prst="roundRect">
            <a:avLst>
              <a:gd name="adj" fmla="val 20833"/>
            </a:avLst>
          </a:prstGeom>
          <a:solidFill>
            <a:srgbClr val="DED6FF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10" name="QUEUE_uav_2_queue_cell_3">
            <a:extLst>
              <a:ext uri="{FF2B5EF4-FFF2-40B4-BE49-F238E27FC236}">
                <a16:creationId xmlns:a16="http://schemas.microsoft.com/office/drawing/2014/main" id="{8458584D-9C8B-6295-E052-7F56F5333459}"/>
              </a:ext>
            </a:extLst>
          </p:cNvPr>
          <p:cNvSpPr>
            <a:spLocks noGrp="1"/>
          </p:cNvSpPr>
          <p:nvPr/>
        </p:nvSpPr>
        <p:spPr>
          <a:xfrm flipV="1">
            <a:off x="4857075" y="3499114"/>
            <a:ext cx="65064" cy="45719"/>
          </a:xfrm>
          <a:prstGeom prst="roundRect">
            <a:avLst>
              <a:gd name="adj" fmla="val 20833"/>
            </a:avLst>
          </a:prstGeom>
          <a:solidFill>
            <a:srgbClr val="C4B6FE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11" name="QUEUE_uav_2_queue_cell_4">
            <a:extLst>
              <a:ext uri="{FF2B5EF4-FFF2-40B4-BE49-F238E27FC236}">
                <a16:creationId xmlns:a16="http://schemas.microsoft.com/office/drawing/2014/main" id="{960260DC-7DED-2FC3-001A-973B64807934}"/>
              </a:ext>
            </a:extLst>
          </p:cNvPr>
          <p:cNvSpPr>
            <a:spLocks noGrp="1"/>
          </p:cNvSpPr>
          <p:nvPr/>
        </p:nvSpPr>
        <p:spPr>
          <a:xfrm flipV="1">
            <a:off x="4857075" y="3423251"/>
            <a:ext cx="65064" cy="45719"/>
          </a:xfrm>
          <a:prstGeom prst="roundRect">
            <a:avLst>
              <a:gd name="adj" fmla="val 20833"/>
            </a:avLst>
          </a:prstGeom>
          <a:solidFill>
            <a:srgbClr val="A78BF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12" name="QUEUE_uav_2_queue_cell_5">
            <a:extLst>
              <a:ext uri="{FF2B5EF4-FFF2-40B4-BE49-F238E27FC236}">
                <a16:creationId xmlns:a16="http://schemas.microsoft.com/office/drawing/2014/main" id="{90D0FFE7-EBA0-708B-5947-DF10F896BC47}"/>
              </a:ext>
            </a:extLst>
          </p:cNvPr>
          <p:cNvSpPr>
            <a:spLocks noGrp="1"/>
          </p:cNvSpPr>
          <p:nvPr/>
        </p:nvSpPr>
        <p:spPr>
          <a:xfrm flipV="1">
            <a:off x="4857075" y="3347388"/>
            <a:ext cx="65064" cy="45719"/>
          </a:xfrm>
          <a:prstGeom prst="roundRect">
            <a:avLst>
              <a:gd name="adj" fmla="val 20833"/>
            </a:avLst>
          </a:prstGeom>
          <a:solidFill>
            <a:srgbClr val="8B5CF7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21" name="文本框 720">
            <a:extLst>
              <a:ext uri="{FF2B5EF4-FFF2-40B4-BE49-F238E27FC236}">
                <a16:creationId xmlns:a16="http://schemas.microsoft.com/office/drawing/2014/main" id="{436688F6-6D51-22E1-1E01-4BE2ED18B4C3}"/>
              </a:ext>
            </a:extLst>
          </p:cNvPr>
          <p:cNvSpPr txBox="1"/>
          <p:nvPr/>
        </p:nvSpPr>
        <p:spPr>
          <a:xfrm>
            <a:off x="2991335" y="3021145"/>
            <a:ext cx="7361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b="1" dirty="0" err="1">
                <a:solidFill>
                  <a:srgbClr val="C00000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Dropped</a:t>
            </a:r>
            <a:endParaRPr lang="fr-FR" altLang="zh-CN" sz="900" b="1" dirty="0">
              <a:solidFill>
                <a:srgbClr val="C00000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sp>
        <p:nvSpPr>
          <p:cNvPr id="714" name="QUEUE_uav_2_queue_cell_5">
            <a:extLst>
              <a:ext uri="{FF2B5EF4-FFF2-40B4-BE49-F238E27FC236}">
                <a16:creationId xmlns:a16="http://schemas.microsoft.com/office/drawing/2014/main" id="{B3A21D7D-76AF-8734-5F25-1EE3D4EA9889}"/>
              </a:ext>
            </a:extLst>
          </p:cNvPr>
          <p:cNvSpPr>
            <a:spLocks noGrp="1"/>
          </p:cNvSpPr>
          <p:nvPr/>
        </p:nvSpPr>
        <p:spPr>
          <a:xfrm flipV="1">
            <a:off x="3042654" y="3187505"/>
            <a:ext cx="65064" cy="45719"/>
          </a:xfrm>
          <a:prstGeom prst="roundRect">
            <a:avLst>
              <a:gd name="adj" fmla="val 20833"/>
            </a:avLst>
          </a:prstGeom>
          <a:solidFill>
            <a:srgbClr val="C00000"/>
          </a:solidFill>
          <a:ln w="8573">
            <a:solidFill>
              <a:schemeClr val="tx1"/>
            </a:solidFill>
            <a:prstDash val="solid"/>
          </a:ln>
        </p:spPr>
      </p:sp>
      <p:sp>
        <p:nvSpPr>
          <p:cNvPr id="715" name="QUEUE_uav_2_queue_cell_5">
            <a:extLst>
              <a:ext uri="{FF2B5EF4-FFF2-40B4-BE49-F238E27FC236}">
                <a16:creationId xmlns:a16="http://schemas.microsoft.com/office/drawing/2014/main" id="{0ADF507F-9B2D-765F-6EC0-158A1A2438D1}"/>
              </a:ext>
            </a:extLst>
          </p:cNvPr>
          <p:cNvSpPr>
            <a:spLocks noGrp="1"/>
          </p:cNvSpPr>
          <p:nvPr/>
        </p:nvSpPr>
        <p:spPr>
          <a:xfrm flipV="1">
            <a:off x="3042654" y="3262635"/>
            <a:ext cx="65064" cy="45719"/>
          </a:xfrm>
          <a:prstGeom prst="roundRect">
            <a:avLst>
              <a:gd name="adj" fmla="val 20833"/>
            </a:avLst>
          </a:prstGeom>
          <a:solidFill>
            <a:srgbClr val="C00000"/>
          </a:solidFill>
          <a:ln w="8573">
            <a:solidFill>
              <a:schemeClr val="tx1"/>
            </a:solidFill>
            <a:prstDash val="solid"/>
          </a:ln>
        </p:spPr>
      </p:sp>
      <p:sp>
        <p:nvSpPr>
          <p:cNvPr id="716" name="QUEUE_uav_2_queue_cell_1">
            <a:extLst>
              <a:ext uri="{FF2B5EF4-FFF2-40B4-BE49-F238E27FC236}">
                <a16:creationId xmlns:a16="http://schemas.microsoft.com/office/drawing/2014/main" id="{146537DC-D37B-7233-0A8A-C040EA3975E4}"/>
              </a:ext>
            </a:extLst>
          </p:cNvPr>
          <p:cNvSpPr>
            <a:spLocks noGrp="1"/>
          </p:cNvSpPr>
          <p:nvPr/>
        </p:nvSpPr>
        <p:spPr>
          <a:xfrm flipV="1">
            <a:off x="5461704" y="3343191"/>
            <a:ext cx="65064" cy="45719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17" name="QUEUE_uav_2_queue_cell_2">
            <a:extLst>
              <a:ext uri="{FF2B5EF4-FFF2-40B4-BE49-F238E27FC236}">
                <a16:creationId xmlns:a16="http://schemas.microsoft.com/office/drawing/2014/main" id="{982B3127-9BDA-D797-BCE5-FA015D2E4F6A}"/>
              </a:ext>
            </a:extLst>
          </p:cNvPr>
          <p:cNvSpPr>
            <a:spLocks noGrp="1"/>
          </p:cNvSpPr>
          <p:nvPr/>
        </p:nvSpPr>
        <p:spPr>
          <a:xfrm flipV="1">
            <a:off x="5461704" y="3267328"/>
            <a:ext cx="65064" cy="45719"/>
          </a:xfrm>
          <a:prstGeom prst="roundRect">
            <a:avLst>
              <a:gd name="adj" fmla="val 20833"/>
            </a:avLst>
          </a:prstGeom>
          <a:solidFill>
            <a:schemeClr val="accent6">
              <a:lumMod val="20000"/>
              <a:lumOff val="80000"/>
            </a:schemeClr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18" name="QUEUE_uav_2_queue_cell_3">
            <a:extLst>
              <a:ext uri="{FF2B5EF4-FFF2-40B4-BE49-F238E27FC236}">
                <a16:creationId xmlns:a16="http://schemas.microsoft.com/office/drawing/2014/main" id="{51CCA1EA-A9B2-BD0F-140F-BAE94298A9D3}"/>
              </a:ext>
            </a:extLst>
          </p:cNvPr>
          <p:cNvSpPr>
            <a:spLocks noGrp="1"/>
          </p:cNvSpPr>
          <p:nvPr/>
        </p:nvSpPr>
        <p:spPr>
          <a:xfrm flipV="1">
            <a:off x="5461704" y="3191465"/>
            <a:ext cx="65064" cy="45719"/>
          </a:xfrm>
          <a:prstGeom prst="roundRect">
            <a:avLst>
              <a:gd name="adj" fmla="val 20833"/>
            </a:avLst>
          </a:prstGeom>
          <a:solidFill>
            <a:schemeClr val="accent6">
              <a:lumMod val="40000"/>
              <a:lumOff val="60000"/>
            </a:schemeClr>
          </a:solidFill>
          <a:ln w="8573">
            <a:solidFill>
              <a:srgbClr val="64748B"/>
            </a:solidFill>
            <a:prstDash val="solid"/>
          </a:ln>
        </p:spPr>
      </p:sp>
      <p:sp>
        <p:nvSpPr>
          <p:cNvPr id="722" name="文本框 721">
            <a:extLst>
              <a:ext uri="{FF2B5EF4-FFF2-40B4-BE49-F238E27FC236}">
                <a16:creationId xmlns:a16="http://schemas.microsoft.com/office/drawing/2014/main" id="{A93926AE-F8C8-88A7-888F-08B14699881D}"/>
              </a:ext>
            </a:extLst>
          </p:cNvPr>
          <p:cNvSpPr txBox="1"/>
          <p:nvPr/>
        </p:nvSpPr>
        <p:spPr>
          <a:xfrm>
            <a:off x="5066645" y="2996122"/>
            <a:ext cx="7754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fr-FR" altLang="zh-CN" sz="9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Processed</a:t>
            </a:r>
            <a:endParaRPr lang="fr-FR" altLang="zh-CN" sz="9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66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D5858-19A9-CF26-E8A0-2C1A4ACEA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矩形 132">
            <a:extLst>
              <a:ext uri="{FF2B5EF4-FFF2-40B4-BE49-F238E27FC236}">
                <a16:creationId xmlns:a16="http://schemas.microsoft.com/office/drawing/2014/main" id="{E88C2C83-081E-1236-F651-0449EE77AF62}"/>
              </a:ext>
            </a:extLst>
          </p:cNvPr>
          <p:cNvSpPr>
            <a:spLocks noGrp="1"/>
          </p:cNvSpPr>
          <p:nvPr/>
        </p:nvSpPr>
        <p:spPr>
          <a:xfrm>
            <a:off x="266700" y="114300"/>
            <a:ext cx="861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STARS: structured execution loop with CTDE training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CA9816-93FC-AF5D-9C46-60C60AAFAB1F}"/>
              </a:ext>
            </a:extLst>
          </p:cNvPr>
          <p:cNvSpPr>
            <a:spLocks noGrp="1"/>
          </p:cNvSpPr>
          <p:nvPr/>
        </p:nvSpPr>
        <p:spPr>
          <a:xfrm>
            <a:off x="266700" y="361950"/>
            <a:ext cx="861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9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Variable-size topology observations -&gt; staged actor -&gt; executable task flow -&gt; relation-aware centralized training</a:t>
            </a:r>
          </a:p>
        </p:txBody>
      </p:sp>
      <p:sp>
        <p:nvSpPr>
          <p:cNvPr id="3" name="obs-panel">
            <a:extLst>
              <a:ext uri="{FF2B5EF4-FFF2-40B4-BE49-F238E27FC236}">
                <a16:creationId xmlns:a16="http://schemas.microsoft.com/office/drawing/2014/main" id="{6A132A9C-27C5-B0C0-8804-EEBC75393359}"/>
              </a:ext>
            </a:extLst>
          </p:cNvPr>
          <p:cNvSpPr>
            <a:spLocks noGrp="1"/>
          </p:cNvSpPr>
          <p:nvPr/>
        </p:nvSpPr>
        <p:spPr>
          <a:xfrm>
            <a:off x="209550" y="685800"/>
            <a:ext cx="1809750" cy="4286250"/>
          </a:xfrm>
          <a:prstGeom prst="rect">
            <a:avLst/>
          </a:prstGeom>
          <a:solidFill>
            <a:srgbClr val="F4FBFF"/>
          </a:solidFill>
          <a:ln w="11430">
            <a:solidFill>
              <a:srgbClr val="2878B5"/>
            </a:solidFill>
            <a:prstDash val="solid"/>
          </a:ln>
        </p:spPr>
      </p:sp>
      <p:sp>
        <p:nvSpPr>
          <p:cNvPr id="4" name="obs-panel-header">
            <a:extLst>
              <a:ext uri="{FF2B5EF4-FFF2-40B4-BE49-F238E27FC236}">
                <a16:creationId xmlns:a16="http://schemas.microsoft.com/office/drawing/2014/main" id="{E21BD69D-5445-FD7A-1FFA-DEB6680C6A04}"/>
              </a:ext>
            </a:extLst>
          </p:cNvPr>
          <p:cNvSpPr>
            <a:spLocks noGrp="1"/>
          </p:cNvSpPr>
          <p:nvPr/>
        </p:nvSpPr>
        <p:spPr>
          <a:xfrm>
            <a:off x="209550" y="685800"/>
            <a:ext cx="1809750" cy="247650"/>
          </a:xfrm>
          <a:prstGeom prst="rect">
            <a:avLst/>
          </a:prstGeom>
          <a:solidFill>
            <a:srgbClr val="EAF6FB"/>
          </a:solidFill>
          <a:ln w="11430">
            <a:solidFill>
              <a:srgbClr val="2878B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1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Local observation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42D01F-4504-3728-4C2E-55446F36B6FB}"/>
              </a:ext>
            </a:extLst>
          </p:cNvPr>
          <p:cNvSpPr>
            <a:spLocks noGrp="1"/>
          </p:cNvSpPr>
          <p:nvPr/>
        </p:nvSpPr>
        <p:spPr>
          <a:xfrm>
            <a:off x="400050" y="1219200"/>
            <a:ext cx="66675" cy="171450"/>
          </a:xfrm>
          <a:prstGeom prst="rect">
            <a:avLst/>
          </a:prstGeom>
          <a:solidFill>
            <a:srgbClr val="2878B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66ADFD-7D3C-AC2B-D794-37542653FAFD}"/>
              </a:ext>
            </a:extLst>
          </p:cNvPr>
          <p:cNvSpPr>
            <a:spLocks noGrp="1"/>
          </p:cNvSpPr>
          <p:nvPr/>
        </p:nvSpPr>
        <p:spPr>
          <a:xfrm>
            <a:off x="504825" y="1257300"/>
            <a:ext cx="66675" cy="133350"/>
          </a:xfrm>
          <a:prstGeom prst="rect">
            <a:avLst/>
          </a:prstGeom>
          <a:solidFill>
            <a:srgbClr val="2878B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8E8776-0460-7264-5839-3BA90BEF85BB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66675" cy="152400"/>
          </a:xfrm>
          <a:prstGeom prst="rect">
            <a:avLst/>
          </a:prstGeom>
          <a:solidFill>
            <a:srgbClr val="2878B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C18AAD-338D-1612-C338-F6ED2709D4BC}"/>
              </a:ext>
            </a:extLst>
          </p:cNvPr>
          <p:cNvSpPr>
            <a:spLocks noGrp="1"/>
          </p:cNvSpPr>
          <p:nvPr/>
        </p:nvSpPr>
        <p:spPr>
          <a:xfrm>
            <a:off x="847725" y="1104900"/>
            <a:ext cx="102870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2878B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UAV self token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6FB5B1-1723-B346-E12C-61860DB5818B}"/>
              </a:ext>
            </a:extLst>
          </p:cNvPr>
          <p:cNvSpPr>
            <a:spLocks noGrp="1"/>
          </p:cNvSpPr>
          <p:nvPr/>
        </p:nvSpPr>
        <p:spPr>
          <a:xfrm>
            <a:off x="847725" y="13620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/>
          <a:lstStyle/>
          <a:p>
            <a:pPr algn="ctr">
              <a:def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motion | relay queue | service stats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C40E9B-2E49-DF95-EE5A-F577919FA2E9}"/>
              </a:ext>
            </a:extLst>
          </p:cNvPr>
          <p:cNvSpPr>
            <a:spLocks noGrp="1"/>
          </p:cNvSpPr>
          <p:nvPr/>
        </p:nvSpPr>
        <p:spPr>
          <a:xfrm>
            <a:off x="400050" y="1885950"/>
            <a:ext cx="66675" cy="171450"/>
          </a:xfrm>
          <a:prstGeom prst="rect">
            <a:avLst/>
          </a:prstGeom>
          <a:solidFill>
            <a:srgbClr val="E9781F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1F826F4-19DC-1F8E-B823-9E262BB303F5}"/>
              </a:ext>
            </a:extLst>
          </p:cNvPr>
          <p:cNvSpPr>
            <a:spLocks noGrp="1"/>
          </p:cNvSpPr>
          <p:nvPr/>
        </p:nvSpPr>
        <p:spPr>
          <a:xfrm>
            <a:off x="504825" y="1933575"/>
            <a:ext cx="66675" cy="123825"/>
          </a:xfrm>
          <a:prstGeom prst="rect">
            <a:avLst/>
          </a:prstGeom>
          <a:solidFill>
            <a:srgbClr val="E9781F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437EA1-528A-7913-E6BD-1DBDD691D044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66675" cy="161925"/>
          </a:xfrm>
          <a:prstGeom prst="rect">
            <a:avLst/>
          </a:prstGeom>
          <a:solidFill>
            <a:srgbClr val="E9781F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AA2C3DF-C6E9-CFFA-18F7-55CB9498FF4D}"/>
              </a:ext>
            </a:extLst>
          </p:cNvPr>
          <p:cNvSpPr>
            <a:spLocks noGrp="1"/>
          </p:cNvSpPr>
          <p:nvPr/>
        </p:nvSpPr>
        <p:spPr>
          <a:xfrm>
            <a:off x="714375" y="1914525"/>
            <a:ext cx="66675" cy="142875"/>
          </a:xfrm>
          <a:prstGeom prst="rect">
            <a:avLst/>
          </a:prstGeom>
          <a:solidFill>
            <a:srgbClr val="E9781F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DBA3A3-2ADB-E636-5328-D7F43FC12D97}"/>
              </a:ext>
            </a:extLst>
          </p:cNvPr>
          <p:cNvSpPr>
            <a:spLocks noGrp="1"/>
          </p:cNvSpPr>
          <p:nvPr/>
        </p:nvSpPr>
        <p:spPr>
          <a:xfrm>
            <a:off x="847725" y="1771650"/>
            <a:ext cx="102870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2878B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GU token set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DC45007-BC04-ADD7-42AB-FC92F3262D46}"/>
              </a:ext>
            </a:extLst>
          </p:cNvPr>
          <p:cNvSpPr>
            <a:spLocks noGrp="1"/>
          </p:cNvSpPr>
          <p:nvPr/>
        </p:nvSpPr>
        <p:spPr>
          <a:xfrm>
            <a:off x="847725" y="202882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/>
          <a:lstStyle/>
          <a:p>
            <a:pPr algn="ctr">
              <a:def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geometry | demand queue | access quality | assoc mask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69C274-DED0-9D33-1882-155495EC18B9}"/>
              </a:ext>
            </a:extLst>
          </p:cNvPr>
          <p:cNvSpPr>
            <a:spLocks noGrp="1"/>
          </p:cNvSpPr>
          <p:nvPr/>
        </p:nvSpPr>
        <p:spPr>
          <a:xfrm>
            <a:off x="400050" y="2581275"/>
            <a:ext cx="66675" cy="152400"/>
          </a:xfrm>
          <a:prstGeom prst="rect">
            <a:avLst/>
          </a:prstGeom>
          <a:solidFill>
            <a:srgbClr val="7353A6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7DE56B5-B541-40F5-76F8-D651BD1DF13E}"/>
              </a:ext>
            </a:extLst>
          </p:cNvPr>
          <p:cNvSpPr>
            <a:spLocks noGrp="1"/>
          </p:cNvSpPr>
          <p:nvPr/>
        </p:nvSpPr>
        <p:spPr>
          <a:xfrm>
            <a:off x="504825" y="2609850"/>
            <a:ext cx="66675" cy="123825"/>
          </a:xfrm>
          <a:prstGeom prst="rect">
            <a:avLst/>
          </a:prstGeom>
          <a:solidFill>
            <a:srgbClr val="7353A6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7EA79AE-6067-45E0-7C83-3175D2834277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66675" cy="161925"/>
          </a:xfrm>
          <a:prstGeom prst="rect">
            <a:avLst/>
          </a:prstGeom>
          <a:solidFill>
            <a:srgbClr val="7353A6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AC5E2A6-1BBE-F350-0C40-173C5D7F4799}"/>
              </a:ext>
            </a:extLst>
          </p:cNvPr>
          <p:cNvSpPr>
            <a:spLocks noGrp="1"/>
          </p:cNvSpPr>
          <p:nvPr/>
        </p:nvSpPr>
        <p:spPr>
          <a:xfrm>
            <a:off x="714375" y="2590800"/>
            <a:ext cx="66675" cy="142875"/>
          </a:xfrm>
          <a:prstGeom prst="rect">
            <a:avLst/>
          </a:prstGeom>
          <a:solidFill>
            <a:srgbClr val="7353A6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A091D79-A518-BE63-4DF7-051AB1E390B1}"/>
              </a:ext>
            </a:extLst>
          </p:cNvPr>
          <p:cNvSpPr>
            <a:spLocks noGrp="1"/>
          </p:cNvSpPr>
          <p:nvPr/>
        </p:nvSpPr>
        <p:spPr>
          <a:xfrm>
            <a:off x="847725" y="2457450"/>
            <a:ext cx="102870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2878B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Visible LEO token set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7221D86-B01C-C97F-4A43-93BDC3F5497A}"/>
              </a:ext>
            </a:extLst>
          </p:cNvPr>
          <p:cNvSpPr>
            <a:spLocks noGrp="1"/>
          </p:cNvSpPr>
          <p:nvPr/>
        </p:nvSpPr>
        <p:spPr>
          <a:xfrm>
            <a:off x="847725" y="271462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/>
          <a:lstStyle/>
          <a:p>
            <a:pPr algn="ctr">
              <a:def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geometry | visibility/Doppler | backhaul | sat queue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42467B-E5AB-7858-7C72-629AA4A01F84}"/>
              </a:ext>
            </a:extLst>
          </p:cNvPr>
          <p:cNvSpPr>
            <a:spLocks noGrp="1"/>
          </p:cNvSpPr>
          <p:nvPr/>
        </p:nvSpPr>
        <p:spPr>
          <a:xfrm>
            <a:off x="400050" y="3267075"/>
            <a:ext cx="66675" cy="161925"/>
          </a:xfrm>
          <a:prstGeom prst="rect">
            <a:avLst/>
          </a:prstGeom>
          <a:solidFill>
            <a:srgbClr val="2878B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C6B20A8-4ECB-AE2B-1A61-35179D57F905}"/>
              </a:ext>
            </a:extLst>
          </p:cNvPr>
          <p:cNvSpPr>
            <a:spLocks noGrp="1"/>
          </p:cNvSpPr>
          <p:nvPr/>
        </p:nvSpPr>
        <p:spPr>
          <a:xfrm>
            <a:off x="504825" y="3295650"/>
            <a:ext cx="66675" cy="133350"/>
          </a:xfrm>
          <a:prstGeom prst="rect">
            <a:avLst/>
          </a:prstGeom>
          <a:solidFill>
            <a:srgbClr val="2878B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7F0349A-C9B4-D72B-6B0B-F0E6CDD65485}"/>
              </a:ext>
            </a:extLst>
          </p:cNvPr>
          <p:cNvSpPr>
            <a:spLocks noGrp="1"/>
          </p:cNvSpPr>
          <p:nvPr/>
        </p:nvSpPr>
        <p:spPr>
          <a:xfrm>
            <a:off x="609600" y="3257550"/>
            <a:ext cx="66675" cy="171450"/>
          </a:xfrm>
          <a:prstGeom prst="rect">
            <a:avLst/>
          </a:prstGeom>
          <a:solidFill>
            <a:srgbClr val="2878B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2E4B97F-BE30-81D8-168E-4CB7ED35679B}"/>
              </a:ext>
            </a:extLst>
          </p:cNvPr>
          <p:cNvSpPr>
            <a:spLocks noGrp="1"/>
          </p:cNvSpPr>
          <p:nvPr/>
        </p:nvSpPr>
        <p:spPr>
          <a:xfrm>
            <a:off x="714375" y="3286125"/>
            <a:ext cx="66675" cy="142875"/>
          </a:xfrm>
          <a:prstGeom prst="rect">
            <a:avLst/>
          </a:prstGeom>
          <a:solidFill>
            <a:srgbClr val="2878B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701FFD4-140E-9057-0D90-B8D912D2D9FC}"/>
              </a:ext>
            </a:extLst>
          </p:cNvPr>
          <p:cNvSpPr>
            <a:spLocks noGrp="1"/>
          </p:cNvSpPr>
          <p:nvPr/>
        </p:nvSpPr>
        <p:spPr>
          <a:xfrm>
            <a:off x="847725" y="3143250"/>
            <a:ext cx="102870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2878B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Peer-UAV token set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5BA3E10-A288-0E38-7CAE-1EEB460F4827}"/>
              </a:ext>
            </a:extLst>
          </p:cNvPr>
          <p:cNvSpPr>
            <a:spLocks noGrp="1"/>
          </p:cNvSpPr>
          <p:nvPr/>
        </p:nvSpPr>
        <p:spPr>
          <a:xfrm>
            <a:off x="847725" y="340042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/>
          <a:lstStyle/>
          <a:p>
            <a:pPr algn="ctr">
              <a:def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relative motion | safety relation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7A2897F-5659-1AFB-4CF2-9F1584E10491}"/>
              </a:ext>
            </a:extLst>
          </p:cNvPr>
          <p:cNvSpPr>
            <a:spLocks noGrp="1"/>
          </p:cNvSpPr>
          <p:nvPr/>
        </p:nvSpPr>
        <p:spPr>
          <a:xfrm>
            <a:off x="342900" y="4229100"/>
            <a:ext cx="1543050" cy="304800"/>
          </a:xfrm>
          <a:prstGeom prst="rect">
            <a:avLst/>
          </a:prstGeom>
          <a:solidFill>
            <a:srgbClr val="FFFFFF"/>
          </a:solidFill>
          <a:ln w="8573">
            <a:solidFill>
              <a:srgbClr val="2878B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Queue states and feasibility masks are token attributes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BAE2764-DC9C-5959-46AB-AF653F08753A}"/>
              </a:ext>
            </a:extLst>
          </p:cNvPr>
          <p:cNvSpPr>
            <a:spLocks noGrp="1"/>
          </p:cNvSpPr>
          <p:nvPr/>
        </p:nvSpPr>
        <p:spPr>
          <a:xfrm>
            <a:off x="533400" y="4629150"/>
            <a:ext cx="1162050" cy="209550"/>
          </a:xfrm>
          <a:prstGeom prst="rect">
            <a:avLst/>
          </a:prstGeom>
          <a:solidFill>
            <a:srgbClr val="F7F8FA"/>
          </a:solidFill>
          <a:ln w="8573">
            <a:solidFill>
              <a:srgbClr val="66708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next observation</a:t>
            </a:r>
          </a:p>
        </p:txBody>
      </p:sp>
      <p:sp>
        <p:nvSpPr>
          <p:cNvPr id="30" name="attention-panel">
            <a:extLst>
              <a:ext uri="{FF2B5EF4-FFF2-40B4-BE49-F238E27FC236}">
                <a16:creationId xmlns:a16="http://schemas.microsoft.com/office/drawing/2014/main" id="{4B9B0F8D-EA69-6250-F96C-E2EBAE683C45}"/>
              </a:ext>
            </a:extLst>
          </p:cNvPr>
          <p:cNvSpPr>
            <a:spLocks noGrp="1"/>
          </p:cNvSpPr>
          <p:nvPr/>
        </p:nvSpPr>
        <p:spPr>
          <a:xfrm>
            <a:off x="2190750" y="685800"/>
            <a:ext cx="3028950" cy="1638300"/>
          </a:xfrm>
          <a:prstGeom prst="rect">
            <a:avLst/>
          </a:prstGeom>
          <a:solidFill>
            <a:srgbClr val="F4FBFF"/>
          </a:solidFill>
          <a:ln w="11430">
            <a:solidFill>
              <a:srgbClr val="2878B5"/>
            </a:solidFill>
            <a:prstDash val="solid"/>
          </a:ln>
        </p:spPr>
      </p:sp>
      <p:sp>
        <p:nvSpPr>
          <p:cNvPr id="31" name="attention-panel-header">
            <a:extLst>
              <a:ext uri="{FF2B5EF4-FFF2-40B4-BE49-F238E27FC236}">
                <a16:creationId xmlns:a16="http://schemas.microsoft.com/office/drawing/2014/main" id="{69A90221-7E1D-5762-77BA-D64BF502D46B}"/>
              </a:ext>
            </a:extLst>
          </p:cNvPr>
          <p:cNvSpPr>
            <a:spLocks noGrp="1"/>
          </p:cNvSpPr>
          <p:nvPr/>
        </p:nvSpPr>
        <p:spPr>
          <a:xfrm>
            <a:off x="2190750" y="685800"/>
            <a:ext cx="3028950" cy="247650"/>
          </a:xfrm>
          <a:prstGeom prst="rect">
            <a:avLst/>
          </a:prstGeom>
          <a:solidFill>
            <a:srgbClr val="EAF6FB"/>
          </a:solidFill>
          <a:ln w="11430">
            <a:solidFill>
              <a:srgbClr val="2878B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1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Masked entity attention</a:t>
            </a:r>
          </a:p>
        </p:txBody>
      </p:sp>
      <p:pic>
        <p:nvPicPr>
          <p:cNvPr id="164" name="图片 163">
            <a:extLst>
              <a:ext uri="{FF2B5EF4-FFF2-40B4-BE49-F238E27FC236}">
                <a16:creationId xmlns:a16="http://schemas.microsoft.com/office/drawing/2014/main" id="{BFB58FB6-1261-BDD5-B0E6-44B219474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98667" y="1047750"/>
            <a:ext cx="851016" cy="819150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B21AF025-B43F-EEFE-F895-5AC6A0D2E7D0}"/>
              </a:ext>
            </a:extLst>
          </p:cNvPr>
          <p:cNvSpPr>
            <a:spLocks noGrp="1"/>
          </p:cNvSpPr>
          <p:nvPr/>
        </p:nvSpPr>
        <p:spPr>
          <a:xfrm>
            <a:off x="3676650" y="1114425"/>
            <a:ext cx="1390650" cy="323850"/>
          </a:xfrm>
          <a:prstGeom prst="rect">
            <a:avLst/>
          </a:prstGeom>
          <a:solidFill>
            <a:srgbClr val="FFFFFF"/>
          </a:solidFill>
          <a:ln w="8573">
            <a:solidFill>
              <a:srgbClr val="2878B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8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type-specific encoders</a:t>
            </a:r>
          </a:p>
          <a:p>
            <a:pPr algn="ctr">
              <a:defRPr sz="8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f_G, f_S, f_U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D0F86B6-E08D-51D5-30CA-512B13CA5B6F}"/>
              </a:ext>
            </a:extLst>
          </p:cNvPr>
          <p:cNvSpPr>
            <a:spLocks noGrp="1"/>
          </p:cNvSpPr>
          <p:nvPr/>
        </p:nvSpPr>
        <p:spPr>
          <a:xfrm>
            <a:off x="3676650" y="1485900"/>
            <a:ext cx="1390650" cy="361950"/>
          </a:xfrm>
          <a:prstGeom prst="rect">
            <a:avLst/>
          </a:prstGeom>
          <a:solidFill>
            <a:srgbClr val="FFFFFF"/>
          </a:solidFill>
          <a:ln w="8573">
            <a:solidFill>
              <a:srgbClr val="2878B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8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masked query attention</a:t>
            </a:r>
          </a:p>
          <a:p>
            <a:pPr algn="ctr">
              <a:defRPr sz="8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 pooling over valid tokens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376F191-BC54-0B06-666A-8256FB12F4F9}"/>
              </a:ext>
            </a:extLst>
          </p:cNvPr>
          <p:cNvSpPr>
            <a:spLocks noGrp="1"/>
          </p:cNvSpPr>
          <p:nvPr/>
        </p:nvSpPr>
        <p:spPr>
          <a:xfrm>
            <a:off x="3676650" y="1905000"/>
            <a:ext cx="1390650" cy="285750"/>
          </a:xfrm>
          <a:prstGeom prst="rect">
            <a:avLst/>
          </a:prstGeom>
          <a:solidFill>
            <a:srgbClr val="FFFFFF"/>
          </a:solidFill>
          <a:ln w="8573">
            <a:solidFill>
              <a:srgbClr val="2878B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8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stage contexts</a:t>
            </a:r>
          </a:p>
          <a:p>
            <a:pPr algn="ctr">
              <a:defRPr sz="8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h^m, h^s, h^b</a:t>
            </a:r>
          </a:p>
        </p:txBody>
      </p:sp>
      <p:sp>
        <p:nvSpPr>
          <p:cNvPr id="36" name="actor-panel">
            <a:extLst>
              <a:ext uri="{FF2B5EF4-FFF2-40B4-BE49-F238E27FC236}">
                <a16:creationId xmlns:a16="http://schemas.microsoft.com/office/drawing/2014/main" id="{E47D81A1-FEB8-BCA3-0245-B9558EB8D300}"/>
              </a:ext>
            </a:extLst>
          </p:cNvPr>
          <p:cNvSpPr>
            <a:spLocks noGrp="1"/>
          </p:cNvSpPr>
          <p:nvPr/>
        </p:nvSpPr>
        <p:spPr>
          <a:xfrm>
            <a:off x="2190750" y="2476500"/>
            <a:ext cx="4619625" cy="2524125"/>
          </a:xfrm>
          <a:prstGeom prst="rect">
            <a:avLst/>
          </a:prstGeom>
          <a:solidFill>
            <a:srgbClr val="FFFAF6"/>
          </a:solidFill>
          <a:ln w="11430">
            <a:solidFill>
              <a:srgbClr val="E9781F"/>
            </a:solidFill>
            <a:prstDash val="solid"/>
          </a:ln>
        </p:spPr>
      </p:sp>
      <p:sp>
        <p:nvSpPr>
          <p:cNvPr id="37" name="actor-panel-header">
            <a:extLst>
              <a:ext uri="{FF2B5EF4-FFF2-40B4-BE49-F238E27FC236}">
                <a16:creationId xmlns:a16="http://schemas.microsoft.com/office/drawing/2014/main" id="{29A14F30-3E28-6EC9-B55F-C9789146B280}"/>
              </a:ext>
            </a:extLst>
          </p:cNvPr>
          <p:cNvSpPr>
            <a:spLocks noGrp="1"/>
          </p:cNvSpPr>
          <p:nvPr/>
        </p:nvSpPr>
        <p:spPr>
          <a:xfrm>
            <a:off x="2190750" y="2476500"/>
            <a:ext cx="4619625" cy="247650"/>
          </a:xfrm>
          <a:prstGeom prst="rect">
            <a:avLst/>
          </a:prstGeom>
          <a:solidFill>
            <a:srgbClr val="FFF2EB"/>
          </a:solidFill>
          <a:ln w="11430">
            <a:solidFill>
              <a:srgbClr val="E9781F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1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Sequential staged actor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7FE7AC9-2BB4-E9AE-0F5A-84DDF10C9D0F}"/>
              </a:ext>
            </a:extLst>
          </p:cNvPr>
          <p:cNvSpPr>
            <a:spLocks noGrp="1"/>
          </p:cNvSpPr>
          <p:nvPr/>
        </p:nvSpPr>
        <p:spPr>
          <a:xfrm>
            <a:off x="2362200" y="2933700"/>
            <a:ext cx="981075" cy="723900"/>
          </a:xfrm>
          <a:prstGeom prst="rect">
            <a:avLst/>
          </a:prstGeom>
          <a:solidFill>
            <a:srgbClr val="FFFFFF"/>
          </a:solidFill>
          <a:ln w="11430">
            <a:solidFill>
              <a:srgbClr val="E9781F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Mobility</a:t>
            </a:r>
          </a:p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control</a:t>
            </a:r>
          </a:p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a^m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5BB0BC-0EC7-B67C-BCF4-5ED72081EBCE}"/>
              </a:ext>
            </a:extLst>
          </p:cNvPr>
          <p:cNvSpPr>
            <a:spLocks noGrp="1"/>
          </p:cNvSpPr>
          <p:nvPr/>
        </p:nvSpPr>
        <p:spPr>
          <a:xfrm>
            <a:off x="2457450" y="3381375"/>
            <a:ext cx="790575" cy="238125"/>
          </a:xfrm>
          <a:prstGeom prst="rect">
            <a:avLst/>
          </a:prstGeom>
          <a:solidFill>
            <a:srgbClr val="FFF0F0"/>
          </a:solidFill>
          <a:ln w="11430">
            <a:solidFill>
              <a:srgbClr val="C82423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7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Safety shield</a:t>
            </a:r>
          </a:p>
          <a:p>
            <a:pPr algn="ctr">
              <a:defRPr sz="7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executed ã^m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3B63D48-6074-66F7-28D3-C1027DE55C51}"/>
              </a:ext>
            </a:extLst>
          </p:cNvPr>
          <p:cNvSpPr>
            <a:spLocks noGrp="1"/>
          </p:cNvSpPr>
          <p:nvPr/>
        </p:nvSpPr>
        <p:spPr>
          <a:xfrm>
            <a:off x="3476625" y="2933700"/>
            <a:ext cx="981075" cy="723900"/>
          </a:xfrm>
          <a:prstGeom prst="rect">
            <a:avLst/>
          </a:prstGeom>
          <a:solidFill>
            <a:srgbClr val="EAF6FB"/>
          </a:solidFill>
          <a:ln w="11430">
            <a:solidFill>
              <a:srgbClr val="2878B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Topology</a:t>
            </a:r>
          </a:p>
          <a:p>
            <a:pPr algn="ctr">
              <a:def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refresh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2FCE15C-7666-322A-2D73-9A8B8228BA45}"/>
              </a:ext>
            </a:extLst>
          </p:cNvPr>
          <p:cNvSpPr>
            <a:spLocks noGrp="1"/>
          </p:cNvSpPr>
          <p:nvPr/>
        </p:nvSpPr>
        <p:spPr>
          <a:xfrm>
            <a:off x="4591050" y="2933700"/>
            <a:ext cx="981075" cy="723900"/>
          </a:xfrm>
          <a:prstGeom prst="rect">
            <a:avLst/>
          </a:prstGeom>
          <a:solidFill>
            <a:srgbClr val="FFFFFF"/>
          </a:solidFill>
          <a:ln w="11430">
            <a:solidFill>
              <a:srgbClr val="E9781F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9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Satellite-subset</a:t>
            </a:r>
          </a:p>
          <a:p>
            <a:pPr algn="ctr">
              <a:defRPr sz="9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selection</a:t>
            </a:r>
          </a:p>
          <a:p>
            <a:pPr algn="ctr">
              <a:defRPr sz="9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a^s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4353439-4C91-D80F-3C72-FBA30CFE5F2C}"/>
              </a:ext>
            </a:extLst>
          </p:cNvPr>
          <p:cNvSpPr>
            <a:spLocks noGrp="1"/>
          </p:cNvSpPr>
          <p:nvPr/>
        </p:nvSpPr>
        <p:spPr>
          <a:xfrm>
            <a:off x="5705475" y="2933700"/>
            <a:ext cx="981075" cy="723900"/>
          </a:xfrm>
          <a:prstGeom prst="rect">
            <a:avLst/>
          </a:prstGeom>
          <a:solidFill>
            <a:srgbClr val="FFFFFF"/>
          </a:solidFill>
          <a:ln w="11430">
            <a:solidFill>
              <a:srgbClr val="E9781F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Access-BW</a:t>
            </a:r>
          </a:p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allocation</a:t>
            </a:r>
          </a:p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a^b</a:t>
            </a:r>
          </a:p>
        </p:txBody>
      </p:sp>
      <p:cxnSp>
        <p:nvCxnSpPr>
          <p:cNvPr id="175" name="直线箭头连接符 174">
            <a:extLst>
              <a:ext uri="{FF2B5EF4-FFF2-40B4-BE49-F238E27FC236}">
                <a16:creationId xmlns:a16="http://schemas.microsoft.com/office/drawing/2014/main" id="{747C4AA5-27A7-F974-2E33-DB99D5941BE0}"/>
              </a:ext>
            </a:extLst>
          </p:cNvPr>
          <p:cNvCxnSpPr>
            <a:stCxn id="38" idx="3"/>
            <a:endCxn id="40" idx="1"/>
          </p:cNvCxnSpPr>
          <p:nvPr/>
        </p:nvCxnSpPr>
        <p:spPr>
          <a:xfrm>
            <a:off x="3343275" y="3295650"/>
            <a:ext cx="133350" cy="0"/>
          </a:xfrm>
          <a:prstGeom prst="straightConnector1">
            <a:avLst/>
          </a:prstGeom>
          <a:ln w="14288">
            <a:solidFill>
              <a:srgbClr val="E9781F"/>
            </a:solidFill>
            <a:prstDash val="solid"/>
            <a:tailEnd type="arrow" w="sm" len="sm"/>
          </a:ln>
        </p:spPr>
      </p:cxnSp>
      <p:cxnSp>
        <p:nvCxnSpPr>
          <p:cNvPr id="176" name="直线箭头连接符 175">
            <a:extLst>
              <a:ext uri="{FF2B5EF4-FFF2-40B4-BE49-F238E27FC236}">
                <a16:creationId xmlns:a16="http://schemas.microsoft.com/office/drawing/2014/main" id="{085A85CB-0B30-CAF8-8FDA-AF704F686AB5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4457700" y="3295650"/>
            <a:ext cx="133350" cy="0"/>
          </a:xfrm>
          <a:prstGeom prst="straightConnector1">
            <a:avLst/>
          </a:prstGeom>
          <a:ln w="14288">
            <a:solidFill>
              <a:srgbClr val="E9781F"/>
            </a:solidFill>
            <a:prstDash val="solid"/>
            <a:tailEnd type="arrow" w="sm" len="sm"/>
          </a:ln>
        </p:spPr>
      </p:cxnSp>
      <p:cxnSp>
        <p:nvCxnSpPr>
          <p:cNvPr id="177" name="直线箭头连接符 176">
            <a:extLst>
              <a:ext uri="{FF2B5EF4-FFF2-40B4-BE49-F238E27FC236}">
                <a16:creationId xmlns:a16="http://schemas.microsoft.com/office/drawing/2014/main" id="{87A0747F-19D5-E180-8893-A6A7079F5C3F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5572125" y="3295650"/>
            <a:ext cx="133350" cy="0"/>
          </a:xfrm>
          <a:prstGeom prst="straightConnector1">
            <a:avLst/>
          </a:prstGeom>
          <a:ln w="14288">
            <a:solidFill>
              <a:srgbClr val="E9781F"/>
            </a:solidFill>
            <a:prstDash val="solid"/>
            <a:tailEnd type="arrow" w="sm" len="sm"/>
          </a:ln>
        </p:spPr>
      </p:cxnSp>
      <p:pic>
        <p:nvPicPr>
          <p:cNvPr id="178" name="图片 177">
            <a:extLst>
              <a:ext uri="{FF2B5EF4-FFF2-40B4-BE49-F238E27FC236}">
                <a16:creationId xmlns:a16="http://schemas.microsoft.com/office/drawing/2014/main" id="{B8A80390-BEB1-298C-0FFA-381F27AED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496553" y="3790950"/>
            <a:ext cx="683795" cy="590550"/>
          </a:xfrm>
          <a:prstGeom prst="rect">
            <a:avLst/>
          </a:prstGeom>
        </p:spPr>
      </p:pic>
      <p:pic>
        <p:nvPicPr>
          <p:cNvPr id="179" name="图片 178">
            <a:extLst>
              <a:ext uri="{FF2B5EF4-FFF2-40B4-BE49-F238E27FC236}">
                <a16:creationId xmlns:a16="http://schemas.microsoft.com/office/drawing/2014/main" id="{53636E4F-3098-C782-C2E5-0CCC076689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562830" y="3790950"/>
            <a:ext cx="722940" cy="590550"/>
          </a:xfrm>
          <a:prstGeom prst="rect">
            <a:avLst/>
          </a:prstGeom>
        </p:spPr>
      </p:pic>
      <p:pic>
        <p:nvPicPr>
          <p:cNvPr id="180" name="图片 179">
            <a:extLst>
              <a:ext uri="{FF2B5EF4-FFF2-40B4-BE49-F238E27FC236}">
                <a16:creationId xmlns:a16="http://schemas.microsoft.com/office/drawing/2014/main" id="{909DED20-6AF2-880B-31CF-F6A2E51C65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587903" y="3790950"/>
            <a:ext cx="806394" cy="590550"/>
          </a:xfrm>
          <a:prstGeom prst="rect">
            <a:avLst/>
          </a:prstGeom>
        </p:spPr>
      </p:pic>
      <p:pic>
        <p:nvPicPr>
          <p:cNvPr id="181" name="图片 180">
            <a:extLst>
              <a:ext uri="{FF2B5EF4-FFF2-40B4-BE49-F238E27FC236}">
                <a16:creationId xmlns:a16="http://schemas.microsoft.com/office/drawing/2014/main" id="{781FD6F8-1C2C-C7FD-39B3-29525A4AAD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741042" y="3790950"/>
            <a:ext cx="709916" cy="590550"/>
          </a:xfrm>
          <a:prstGeom prst="rect">
            <a:avLst/>
          </a:prstGeom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84333E1D-181A-D09F-4444-023989389D87}"/>
              </a:ext>
            </a:extLst>
          </p:cNvPr>
          <p:cNvSpPr>
            <a:spLocks noGrp="1"/>
          </p:cNvSpPr>
          <p:nvPr/>
        </p:nvSpPr>
        <p:spPr>
          <a:xfrm>
            <a:off x="2324100" y="4476750"/>
            <a:ext cx="1085850" cy="323850"/>
          </a:xfrm>
          <a:prstGeom prst="rect">
            <a:avLst/>
          </a:prstGeom>
          <a:solidFill>
            <a:srgbClr val="FFF0F0"/>
          </a:solidFill>
          <a:ln w="8573">
            <a:solidFill>
              <a:srgbClr val="C82423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bounded acceleration</a:t>
            </a:r>
          </a:p>
          <a:p>
            <a:pPr algn="ctr">
              <a:def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 safety-corrected target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353A952-3077-5640-060E-7F65F76191CE}"/>
              </a:ext>
            </a:extLst>
          </p:cNvPr>
          <p:cNvSpPr>
            <a:spLocks noGrp="1"/>
          </p:cNvSpPr>
          <p:nvPr/>
        </p:nvSpPr>
        <p:spPr>
          <a:xfrm>
            <a:off x="3448050" y="4476750"/>
            <a:ext cx="1066800" cy="323850"/>
          </a:xfrm>
          <a:prstGeom prst="rect">
            <a:avLst/>
          </a:prstGeom>
          <a:solidFill>
            <a:srgbClr val="EAF6FB"/>
          </a:solidFill>
          <a:ln w="8573">
            <a:solidFill>
              <a:srgbClr val="2878B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post-motion access</a:t>
            </a:r>
          </a:p>
          <a:p>
            <a:pPr algn="ctr">
              <a:def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 LEO visibility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891691D-378A-0B79-28E6-B8A42530938E}"/>
              </a:ext>
            </a:extLst>
          </p:cNvPr>
          <p:cNvSpPr>
            <a:spLocks noGrp="1"/>
          </p:cNvSpPr>
          <p:nvPr/>
        </p:nvSpPr>
        <p:spPr>
          <a:xfrm>
            <a:off x="4572000" y="4476750"/>
            <a:ext cx="1162050" cy="323850"/>
          </a:xfrm>
          <a:prstGeom prst="rect">
            <a:avLst/>
          </a:prstGeom>
          <a:solidFill>
            <a:srgbClr val="FFF2EB"/>
          </a:solidFill>
          <a:ln w="8573">
            <a:solidFill>
              <a:srgbClr val="E9781F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7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feasible visible subset</a:t>
            </a:r>
          </a:p>
          <a:p>
            <a:pPr algn="ctr">
              <a:defRPr sz="7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nonempty unless none feasible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4F756B4-D0E9-8932-DAF0-17FA5FE537D6}"/>
              </a:ext>
            </a:extLst>
          </p:cNvPr>
          <p:cNvSpPr>
            <a:spLocks noGrp="1"/>
          </p:cNvSpPr>
          <p:nvPr/>
        </p:nvSpPr>
        <p:spPr>
          <a:xfrm>
            <a:off x="5791200" y="4476750"/>
            <a:ext cx="876300" cy="323850"/>
          </a:xfrm>
          <a:prstGeom prst="rect">
            <a:avLst/>
          </a:prstGeom>
          <a:solidFill>
            <a:srgbClr val="FFF2EB"/>
          </a:solidFill>
          <a:ln w="8573">
            <a:solidFill>
              <a:srgbClr val="E9781F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7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valid-GU simplex</a:t>
            </a:r>
          </a:p>
          <a:p>
            <a:pPr algn="ctr">
              <a:defRPr sz="7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nonnegative, sum = 1</a:t>
            </a:r>
          </a:p>
        </p:txBody>
      </p:sp>
      <p:sp>
        <p:nvSpPr>
          <p:cNvPr id="54" name="environment-panel">
            <a:extLst>
              <a:ext uri="{FF2B5EF4-FFF2-40B4-BE49-F238E27FC236}">
                <a16:creationId xmlns:a16="http://schemas.microsoft.com/office/drawing/2014/main" id="{6D7E1320-322B-DD13-7EB0-64C2A66EEAE2}"/>
              </a:ext>
            </a:extLst>
          </p:cNvPr>
          <p:cNvSpPr>
            <a:spLocks noGrp="1"/>
          </p:cNvSpPr>
          <p:nvPr/>
        </p:nvSpPr>
        <p:spPr>
          <a:xfrm>
            <a:off x="7000875" y="685800"/>
            <a:ext cx="1952625" cy="4286250"/>
          </a:xfrm>
          <a:prstGeom prst="rect">
            <a:avLst/>
          </a:prstGeom>
          <a:solidFill>
            <a:srgbClr val="F7F8FA"/>
          </a:solidFill>
          <a:ln w="11430">
            <a:solidFill>
              <a:srgbClr val="667085"/>
            </a:solidFill>
            <a:prstDash val="solid"/>
          </a:ln>
        </p:spPr>
      </p:sp>
      <p:sp>
        <p:nvSpPr>
          <p:cNvPr id="55" name="environment-panel-header">
            <a:extLst>
              <a:ext uri="{FF2B5EF4-FFF2-40B4-BE49-F238E27FC236}">
                <a16:creationId xmlns:a16="http://schemas.microsoft.com/office/drawing/2014/main" id="{DCF0FB6B-7D5F-E2BE-6888-D7A61A213E62}"/>
              </a:ext>
            </a:extLst>
          </p:cNvPr>
          <p:cNvSpPr>
            <a:spLocks noGrp="1"/>
          </p:cNvSpPr>
          <p:nvPr/>
        </p:nvSpPr>
        <p:spPr>
          <a:xfrm>
            <a:off x="7000875" y="685800"/>
            <a:ext cx="1952625" cy="247650"/>
          </a:xfrm>
          <a:prstGeom prst="rect">
            <a:avLst/>
          </a:prstGeom>
          <a:solidFill>
            <a:srgbClr val="EEF1F6"/>
          </a:solidFill>
          <a:ln w="11430">
            <a:solidFill>
              <a:srgbClr val="66708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10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Executable action and transition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E3A9EA2-F43F-9EE4-2139-1C63659D41F5}"/>
              </a:ext>
            </a:extLst>
          </p:cNvPr>
          <p:cNvSpPr>
            <a:spLocks noGrp="1"/>
          </p:cNvSpPr>
          <p:nvPr/>
        </p:nvSpPr>
        <p:spPr>
          <a:xfrm>
            <a:off x="7172325" y="1095375"/>
            <a:ext cx="1609725" cy="323850"/>
          </a:xfrm>
          <a:prstGeom prst="rect">
            <a:avLst/>
          </a:prstGeom>
          <a:solidFill>
            <a:srgbClr val="FFFFFF"/>
          </a:solidFill>
          <a:ln w="11430">
            <a:solidFill>
              <a:srgbClr val="E9781F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96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a_t = (a^m, a^s, a^b)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92965B9-12ED-23E0-5310-00B6AD232422}"/>
              </a:ext>
            </a:extLst>
          </p:cNvPr>
          <p:cNvSpPr>
            <a:spLocks noGrp="1"/>
          </p:cNvSpPr>
          <p:nvPr/>
        </p:nvSpPr>
        <p:spPr>
          <a:xfrm>
            <a:off x="7172325" y="1581150"/>
            <a:ext cx="1609725" cy="266700"/>
          </a:xfrm>
          <a:prstGeom prst="rect">
            <a:avLst/>
          </a:prstGeom>
          <a:solidFill>
            <a:srgbClr val="FFFFFF"/>
          </a:solidFill>
          <a:ln w="11430">
            <a:solidFill>
              <a:srgbClr val="2878B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Access upload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BFBEA16-0D24-1C55-8A4B-93B45731DFF3}"/>
              </a:ext>
            </a:extLst>
          </p:cNvPr>
          <p:cNvSpPr>
            <a:spLocks noGrp="1"/>
          </p:cNvSpPr>
          <p:nvPr/>
        </p:nvSpPr>
        <p:spPr>
          <a:xfrm>
            <a:off x="7172325" y="2057400"/>
            <a:ext cx="1609725" cy="266700"/>
          </a:xfrm>
          <a:prstGeom prst="rect">
            <a:avLst/>
          </a:prstGeom>
          <a:solidFill>
            <a:srgbClr val="FFFFFF"/>
          </a:solidFill>
          <a:ln w="11430">
            <a:solidFill>
              <a:srgbClr val="2878B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Backhaul forwarding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6245DB1-4816-7370-B23E-FD698314ADAA}"/>
              </a:ext>
            </a:extLst>
          </p:cNvPr>
          <p:cNvSpPr>
            <a:spLocks noGrp="1"/>
          </p:cNvSpPr>
          <p:nvPr/>
        </p:nvSpPr>
        <p:spPr>
          <a:xfrm>
            <a:off x="7172325" y="2533650"/>
            <a:ext cx="1609725" cy="266700"/>
          </a:xfrm>
          <a:prstGeom prst="rect">
            <a:avLst/>
          </a:prstGeom>
          <a:solidFill>
            <a:srgbClr val="FFFFFF"/>
          </a:solidFill>
          <a:ln w="11430">
            <a:solidFill>
              <a:srgbClr val="2878B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Satellite processing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7929BAA-3748-6D14-AB68-7333EAB2A9CB}"/>
              </a:ext>
            </a:extLst>
          </p:cNvPr>
          <p:cNvSpPr>
            <a:spLocks noGrp="1"/>
          </p:cNvSpPr>
          <p:nvPr/>
        </p:nvSpPr>
        <p:spPr>
          <a:xfrm>
            <a:off x="7458075" y="1885950"/>
            <a:ext cx="114300" cy="114300"/>
          </a:xfrm>
          <a:prstGeom prst="rect">
            <a:avLst/>
          </a:prstGeom>
          <a:solidFill>
            <a:srgbClr val="F8AC8C"/>
          </a:solidFill>
          <a:ln w="11430">
            <a:solidFill>
              <a:srgbClr val="E9781F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5345A44-9238-28A6-6CDA-38E992FF1EA9}"/>
              </a:ext>
            </a:extLst>
          </p:cNvPr>
          <p:cNvSpPr>
            <a:spLocks noGrp="1"/>
          </p:cNvSpPr>
          <p:nvPr/>
        </p:nvSpPr>
        <p:spPr>
          <a:xfrm>
            <a:off x="7915275" y="1885950"/>
            <a:ext cx="133350" cy="133350"/>
          </a:xfrm>
          <a:prstGeom prst="rect">
            <a:avLst/>
          </a:prstGeom>
          <a:solidFill>
            <a:srgbClr val="9AC9DB"/>
          </a:solidFill>
          <a:ln w="11430">
            <a:solidFill>
              <a:srgbClr val="2878B5"/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925C8027-4963-72E3-53F3-D20B919BBDA1}"/>
              </a:ext>
            </a:extLst>
          </p:cNvPr>
          <p:cNvSpPr>
            <a:spLocks noGrp="1"/>
          </p:cNvSpPr>
          <p:nvPr/>
        </p:nvSpPr>
        <p:spPr>
          <a:xfrm>
            <a:off x="8391525" y="1885950"/>
            <a:ext cx="114300" cy="114300"/>
          </a:xfrm>
          <a:prstGeom prst="rect">
            <a:avLst/>
          </a:prstGeom>
          <a:solidFill>
            <a:srgbClr val="E6DAF7"/>
          </a:solidFill>
          <a:ln w="11430">
            <a:solidFill>
              <a:srgbClr val="7353A6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9AFAD1E-3917-D3DE-FA34-8CDE25594CCF}"/>
              </a:ext>
            </a:extLst>
          </p:cNvPr>
          <p:cNvSpPr>
            <a:spLocks noGrp="1"/>
          </p:cNvSpPr>
          <p:nvPr/>
        </p:nvSpPr>
        <p:spPr>
          <a:xfrm>
            <a:off x="8582025" y="1885950"/>
            <a:ext cx="123825" cy="123825"/>
          </a:xfrm>
          <a:prstGeom prst="rect">
            <a:avLst/>
          </a:prstGeom>
          <a:solidFill>
            <a:srgbClr val="7353A6"/>
          </a:solidFill>
          <a:ln w="11430">
            <a:solidFill>
              <a:srgbClr val="7353A6"/>
            </a:solidFill>
            <a:prstDash val="solid"/>
          </a:ln>
        </p:spPr>
      </p:sp>
      <p:cxnSp>
        <p:nvCxnSpPr>
          <p:cNvPr id="196" name="直线箭头连接符 195">
            <a:extLst>
              <a:ext uri="{FF2B5EF4-FFF2-40B4-BE49-F238E27FC236}">
                <a16:creationId xmlns:a16="http://schemas.microsoft.com/office/drawing/2014/main" id="{9C0C1D82-ACD3-DB97-35A5-6C3FE04528F2}"/>
              </a:ext>
            </a:extLst>
          </p:cNvPr>
          <p:cNvCxnSpPr>
            <a:stCxn id="60" idx="3"/>
            <a:endCxn id="61" idx="1"/>
          </p:cNvCxnSpPr>
          <p:nvPr/>
        </p:nvCxnSpPr>
        <p:spPr>
          <a:xfrm>
            <a:off x="7572375" y="1943100"/>
            <a:ext cx="342900" cy="9525"/>
          </a:xfrm>
          <a:prstGeom prst="straightConnector1">
            <a:avLst/>
          </a:prstGeom>
          <a:ln w="12383">
            <a:solidFill>
              <a:srgbClr val="E9781F"/>
            </a:solidFill>
            <a:prstDash val="solid"/>
            <a:tailEnd type="arrow" w="sm" len="sm"/>
          </a:ln>
        </p:spPr>
      </p:cxnSp>
      <p:cxnSp>
        <p:nvCxnSpPr>
          <p:cNvPr id="197" name="直线箭头连接符 196">
            <a:extLst>
              <a:ext uri="{FF2B5EF4-FFF2-40B4-BE49-F238E27FC236}">
                <a16:creationId xmlns:a16="http://schemas.microsoft.com/office/drawing/2014/main" id="{163CBAFE-D6E1-6459-0FD6-183180484BD2}"/>
              </a:ext>
            </a:extLst>
          </p:cNvPr>
          <p:cNvCxnSpPr>
            <a:stCxn id="61" idx="3"/>
            <a:endCxn id="62" idx="1"/>
          </p:cNvCxnSpPr>
          <p:nvPr/>
        </p:nvCxnSpPr>
        <p:spPr>
          <a:xfrm flipV="1">
            <a:off x="8048625" y="1943100"/>
            <a:ext cx="342900" cy="9525"/>
          </a:xfrm>
          <a:prstGeom prst="straightConnector1">
            <a:avLst/>
          </a:prstGeom>
          <a:ln w="12383">
            <a:solidFill>
              <a:srgbClr val="2878B5"/>
            </a:solidFill>
            <a:prstDash val="solid"/>
            <a:tailEnd type="arrow" w="sm" len="sm"/>
          </a:ln>
        </p:spPr>
      </p:cxnSp>
      <p:cxnSp>
        <p:nvCxnSpPr>
          <p:cNvPr id="198" name="直线箭头连接符 197">
            <a:extLst>
              <a:ext uri="{FF2B5EF4-FFF2-40B4-BE49-F238E27FC236}">
                <a16:creationId xmlns:a16="http://schemas.microsoft.com/office/drawing/2014/main" id="{22939674-DB42-15EB-F97F-6B96BC579988}"/>
              </a:ext>
            </a:extLst>
          </p:cNvPr>
          <p:cNvCxnSpPr>
            <a:stCxn id="62" idx="3"/>
            <a:endCxn id="63" idx="1"/>
          </p:cNvCxnSpPr>
          <p:nvPr/>
        </p:nvCxnSpPr>
        <p:spPr>
          <a:xfrm>
            <a:off x="8505825" y="1943100"/>
            <a:ext cx="76200" cy="4763"/>
          </a:xfrm>
          <a:prstGeom prst="straightConnector1">
            <a:avLst/>
          </a:prstGeom>
          <a:ln w="12383">
            <a:solidFill>
              <a:srgbClr val="7353A6"/>
            </a:solidFill>
            <a:prstDash val="solid"/>
            <a:tailEnd type="arrow" w="sm" len="sm"/>
          </a:ln>
        </p:spPr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1BF5898A-7AA0-FD72-CFA7-B8C85814A76A}"/>
              </a:ext>
            </a:extLst>
          </p:cNvPr>
          <p:cNvSpPr>
            <a:spLocks noGrp="1"/>
          </p:cNvSpPr>
          <p:nvPr/>
        </p:nvSpPr>
        <p:spPr>
          <a:xfrm>
            <a:off x="7172325" y="3038475"/>
            <a:ext cx="1609725" cy="285750"/>
          </a:xfrm>
          <a:prstGeom prst="rect">
            <a:avLst/>
          </a:prstGeom>
          <a:solidFill>
            <a:srgbClr val="FFFFFF"/>
          </a:solidFill>
          <a:ln w="11430">
            <a:solidFill>
              <a:srgbClr val="2878B5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Queue/drop update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97982AE-D1B1-63A3-63A2-4C536AA37493}"/>
              </a:ext>
            </a:extLst>
          </p:cNvPr>
          <p:cNvSpPr>
            <a:spLocks noGrp="1"/>
          </p:cNvSpPr>
          <p:nvPr/>
        </p:nvSpPr>
        <p:spPr>
          <a:xfrm>
            <a:off x="7686675" y="3771900"/>
            <a:ext cx="104775" cy="66675"/>
          </a:xfrm>
          <a:prstGeom prst="rect">
            <a:avLst/>
          </a:prstGeom>
          <a:solidFill>
            <a:srgbClr val="E9781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5F72DBA-A2C8-81E5-AC1D-CF3B59C3FBAB}"/>
              </a:ext>
            </a:extLst>
          </p:cNvPr>
          <p:cNvSpPr>
            <a:spLocks noGrp="1"/>
          </p:cNvSpPr>
          <p:nvPr/>
        </p:nvSpPr>
        <p:spPr>
          <a:xfrm>
            <a:off x="7686675" y="3686175"/>
            <a:ext cx="104775" cy="66675"/>
          </a:xfrm>
          <a:prstGeom prst="rect">
            <a:avLst/>
          </a:prstGeom>
          <a:solidFill>
            <a:srgbClr val="E9781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156D798-3767-5B3E-EB66-70D51B0736E3}"/>
              </a:ext>
            </a:extLst>
          </p:cNvPr>
          <p:cNvSpPr>
            <a:spLocks noGrp="1"/>
          </p:cNvSpPr>
          <p:nvPr/>
        </p:nvSpPr>
        <p:spPr>
          <a:xfrm>
            <a:off x="7686675" y="3600450"/>
            <a:ext cx="104775" cy="66675"/>
          </a:xfrm>
          <a:prstGeom prst="rect">
            <a:avLst/>
          </a:prstGeom>
          <a:solidFill>
            <a:srgbClr val="E9781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AC7F0F9-928E-6597-D58F-06F8D6226F0F}"/>
              </a:ext>
            </a:extLst>
          </p:cNvPr>
          <p:cNvSpPr>
            <a:spLocks noGrp="1"/>
          </p:cNvSpPr>
          <p:nvPr/>
        </p:nvSpPr>
        <p:spPr>
          <a:xfrm>
            <a:off x="7686675" y="3514725"/>
            <a:ext cx="104775" cy="66675"/>
          </a:xfrm>
          <a:prstGeom prst="rect">
            <a:avLst/>
          </a:prstGeom>
          <a:solidFill>
            <a:srgbClr val="E9781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253E8867-CBCA-8BE2-A9B0-10795ABA2BA0}"/>
              </a:ext>
            </a:extLst>
          </p:cNvPr>
          <p:cNvSpPr>
            <a:spLocks noGrp="1"/>
          </p:cNvSpPr>
          <p:nvPr/>
        </p:nvSpPr>
        <p:spPr>
          <a:xfrm>
            <a:off x="7686675" y="3429000"/>
            <a:ext cx="104775" cy="66675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0404274-2E9B-EAFC-7FF2-3F9AEAD096FE}"/>
              </a:ext>
            </a:extLst>
          </p:cNvPr>
          <p:cNvSpPr>
            <a:spLocks noGrp="1"/>
          </p:cNvSpPr>
          <p:nvPr/>
        </p:nvSpPr>
        <p:spPr>
          <a:xfrm>
            <a:off x="7829550" y="3771900"/>
            <a:ext cx="104775" cy="66675"/>
          </a:xfrm>
          <a:prstGeom prst="rect">
            <a:avLst/>
          </a:prstGeom>
          <a:solidFill>
            <a:srgbClr val="2878B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9644436F-8032-61D3-5FAB-495258037F59}"/>
              </a:ext>
            </a:extLst>
          </p:cNvPr>
          <p:cNvSpPr>
            <a:spLocks noGrp="1"/>
          </p:cNvSpPr>
          <p:nvPr/>
        </p:nvSpPr>
        <p:spPr>
          <a:xfrm>
            <a:off x="7829550" y="3686175"/>
            <a:ext cx="104775" cy="66675"/>
          </a:xfrm>
          <a:prstGeom prst="rect">
            <a:avLst/>
          </a:prstGeom>
          <a:solidFill>
            <a:srgbClr val="2878B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1B9B02F-C694-9D9D-A2E8-58747B116F63}"/>
              </a:ext>
            </a:extLst>
          </p:cNvPr>
          <p:cNvSpPr>
            <a:spLocks noGrp="1"/>
          </p:cNvSpPr>
          <p:nvPr/>
        </p:nvSpPr>
        <p:spPr>
          <a:xfrm>
            <a:off x="7829550" y="3600450"/>
            <a:ext cx="104775" cy="66675"/>
          </a:xfrm>
          <a:prstGeom prst="rect">
            <a:avLst/>
          </a:prstGeom>
          <a:solidFill>
            <a:srgbClr val="2878B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5AF1EE3-334E-0A2F-FD0E-ECAA6D7CA659}"/>
              </a:ext>
            </a:extLst>
          </p:cNvPr>
          <p:cNvSpPr>
            <a:spLocks noGrp="1"/>
          </p:cNvSpPr>
          <p:nvPr/>
        </p:nvSpPr>
        <p:spPr>
          <a:xfrm>
            <a:off x="7829550" y="3514725"/>
            <a:ext cx="104775" cy="66675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D1A521B-01C0-E337-0435-2B60185756B3}"/>
              </a:ext>
            </a:extLst>
          </p:cNvPr>
          <p:cNvSpPr>
            <a:spLocks noGrp="1"/>
          </p:cNvSpPr>
          <p:nvPr/>
        </p:nvSpPr>
        <p:spPr>
          <a:xfrm>
            <a:off x="7829550" y="3429000"/>
            <a:ext cx="104775" cy="66675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57D46EC-FBC1-474D-ED5E-06B226493E87}"/>
              </a:ext>
            </a:extLst>
          </p:cNvPr>
          <p:cNvSpPr>
            <a:spLocks noGrp="1"/>
          </p:cNvSpPr>
          <p:nvPr/>
        </p:nvSpPr>
        <p:spPr>
          <a:xfrm>
            <a:off x="7972425" y="3771900"/>
            <a:ext cx="104775" cy="66675"/>
          </a:xfrm>
          <a:prstGeom prst="rect">
            <a:avLst/>
          </a:prstGeom>
          <a:solidFill>
            <a:srgbClr val="7353A6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E69F736-73E4-E6C7-688F-936F7071DE35}"/>
              </a:ext>
            </a:extLst>
          </p:cNvPr>
          <p:cNvSpPr>
            <a:spLocks noGrp="1"/>
          </p:cNvSpPr>
          <p:nvPr/>
        </p:nvSpPr>
        <p:spPr>
          <a:xfrm>
            <a:off x="7972425" y="3686175"/>
            <a:ext cx="104775" cy="66675"/>
          </a:xfrm>
          <a:prstGeom prst="rect">
            <a:avLst/>
          </a:prstGeom>
          <a:solidFill>
            <a:srgbClr val="7353A6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B8B60ACD-4C54-6FB3-EC12-F5D0BDE06DF9}"/>
              </a:ext>
            </a:extLst>
          </p:cNvPr>
          <p:cNvSpPr>
            <a:spLocks noGrp="1"/>
          </p:cNvSpPr>
          <p:nvPr/>
        </p:nvSpPr>
        <p:spPr>
          <a:xfrm>
            <a:off x="7972425" y="3600450"/>
            <a:ext cx="104775" cy="66675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E59C881-6E32-3A18-DE9E-BAA7FDF37DBC}"/>
              </a:ext>
            </a:extLst>
          </p:cNvPr>
          <p:cNvSpPr>
            <a:spLocks noGrp="1"/>
          </p:cNvSpPr>
          <p:nvPr/>
        </p:nvSpPr>
        <p:spPr>
          <a:xfrm>
            <a:off x="7972425" y="3514725"/>
            <a:ext cx="104775" cy="66675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6178DE67-E589-2387-7B5F-EFDBE6BCB30A}"/>
              </a:ext>
            </a:extLst>
          </p:cNvPr>
          <p:cNvSpPr>
            <a:spLocks noGrp="1"/>
          </p:cNvSpPr>
          <p:nvPr/>
        </p:nvSpPr>
        <p:spPr>
          <a:xfrm>
            <a:off x="7972425" y="3429000"/>
            <a:ext cx="104775" cy="66675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CC70B9F-5F7C-0FB5-2442-A316904CC926}"/>
              </a:ext>
            </a:extLst>
          </p:cNvPr>
          <p:cNvSpPr>
            <a:spLocks noGrp="1"/>
          </p:cNvSpPr>
          <p:nvPr/>
        </p:nvSpPr>
        <p:spPr>
          <a:xfrm>
            <a:off x="7172325" y="4000500"/>
            <a:ext cx="1609725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7353A6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Workload-level reward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E41A5A53-91B8-ECE9-7703-785AA5FA94E0}"/>
              </a:ext>
            </a:extLst>
          </p:cNvPr>
          <p:cNvSpPr>
            <a:spLocks noGrp="1"/>
          </p:cNvSpPr>
          <p:nvPr/>
        </p:nvSpPr>
        <p:spPr>
          <a:xfrm>
            <a:off x="7400925" y="4438650"/>
            <a:ext cx="723900" cy="47625"/>
          </a:xfrm>
          <a:prstGeom prst="rect">
            <a:avLst/>
          </a:prstGeom>
          <a:solidFill>
            <a:srgbClr val="2878B5"/>
          </a:solidFill>
          <a:ln w="11430">
            <a:solidFill>
              <a:srgbClr val="2878B5"/>
            </a:solidFill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687CD60-BDB6-AE68-31B2-DD204DE25D05}"/>
              </a:ext>
            </a:extLst>
          </p:cNvPr>
          <p:cNvSpPr>
            <a:spLocks noGrp="1"/>
          </p:cNvSpPr>
          <p:nvPr/>
        </p:nvSpPr>
        <p:spPr>
          <a:xfrm>
            <a:off x="8201025" y="4391025"/>
            <a:ext cx="476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/>
          <a:lstStyle/>
          <a:p>
            <a:pPr algn="l">
              <a:def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served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7082A888-DDFE-9F9C-BCA7-2148CA63E68C}"/>
              </a:ext>
            </a:extLst>
          </p:cNvPr>
          <p:cNvSpPr>
            <a:spLocks noGrp="1"/>
          </p:cNvSpPr>
          <p:nvPr/>
        </p:nvSpPr>
        <p:spPr>
          <a:xfrm>
            <a:off x="7400925" y="4552950"/>
            <a:ext cx="323850" cy="47625"/>
          </a:xfrm>
          <a:prstGeom prst="rect">
            <a:avLst/>
          </a:prstGeom>
          <a:solidFill>
            <a:srgbClr val="C82423"/>
          </a:solidFill>
          <a:ln w="11430">
            <a:solidFill>
              <a:srgbClr val="C82423"/>
            </a:solidFill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3A1ABD3-8E58-9B01-4D1A-71F3467B94DB}"/>
              </a:ext>
            </a:extLst>
          </p:cNvPr>
          <p:cNvSpPr>
            <a:spLocks noGrp="1"/>
          </p:cNvSpPr>
          <p:nvPr/>
        </p:nvSpPr>
        <p:spPr>
          <a:xfrm>
            <a:off x="8201025" y="4505325"/>
            <a:ext cx="476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/>
          <a:lstStyle/>
          <a:p>
            <a:pPr algn="l">
              <a:def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drop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81B9C4D3-0364-E410-12AB-862DD855C3D7}"/>
              </a:ext>
            </a:extLst>
          </p:cNvPr>
          <p:cNvSpPr>
            <a:spLocks noGrp="1"/>
          </p:cNvSpPr>
          <p:nvPr/>
        </p:nvSpPr>
        <p:spPr>
          <a:xfrm>
            <a:off x="7400925" y="4667250"/>
            <a:ext cx="552450" cy="47625"/>
          </a:xfrm>
          <a:prstGeom prst="rect">
            <a:avLst/>
          </a:prstGeom>
          <a:solidFill>
            <a:srgbClr val="E9781F"/>
          </a:solidFill>
          <a:ln w="11430">
            <a:solidFill>
              <a:srgbClr val="E9781F"/>
            </a:solidFill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111A003F-53AE-2AF7-F035-04A507BC2076}"/>
              </a:ext>
            </a:extLst>
          </p:cNvPr>
          <p:cNvSpPr>
            <a:spLocks noGrp="1"/>
          </p:cNvSpPr>
          <p:nvPr/>
        </p:nvSpPr>
        <p:spPr>
          <a:xfrm>
            <a:off x="8201025" y="4619625"/>
            <a:ext cx="476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/>
          <a:lstStyle/>
          <a:p>
            <a:pPr algn="l">
              <a:def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delay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B01FDC2F-B207-6A74-2721-9C9D2B4E9E6D}"/>
              </a:ext>
            </a:extLst>
          </p:cNvPr>
          <p:cNvSpPr>
            <a:spLocks noGrp="1"/>
          </p:cNvSpPr>
          <p:nvPr/>
        </p:nvSpPr>
        <p:spPr>
          <a:xfrm>
            <a:off x="7400925" y="4781550"/>
            <a:ext cx="628650" cy="47625"/>
          </a:xfrm>
          <a:prstGeom prst="rect">
            <a:avLst/>
          </a:prstGeom>
          <a:solidFill>
            <a:srgbClr val="7353A6"/>
          </a:solidFill>
          <a:ln w="11430">
            <a:solidFill>
              <a:srgbClr val="7353A6"/>
            </a:solidFill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3A06B2C2-01E5-AD09-8652-08A584C2058E}"/>
              </a:ext>
            </a:extLst>
          </p:cNvPr>
          <p:cNvSpPr>
            <a:spLocks noGrp="1"/>
          </p:cNvSpPr>
          <p:nvPr/>
        </p:nvSpPr>
        <p:spPr>
          <a:xfrm>
            <a:off x="8201025" y="4733925"/>
            <a:ext cx="476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/>
          <a:lstStyle/>
          <a:p>
            <a:pPr algn="l">
              <a:def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queue</a:t>
            </a:r>
          </a:p>
        </p:txBody>
      </p:sp>
      <p:sp>
        <p:nvSpPr>
          <p:cNvPr id="92" name="ctde-panel">
            <a:extLst>
              <a:ext uri="{FF2B5EF4-FFF2-40B4-BE49-F238E27FC236}">
                <a16:creationId xmlns:a16="http://schemas.microsoft.com/office/drawing/2014/main" id="{9D4D84D2-9BB3-425D-EEF6-E91DED50DD60}"/>
              </a:ext>
            </a:extLst>
          </p:cNvPr>
          <p:cNvSpPr>
            <a:spLocks noGrp="1"/>
          </p:cNvSpPr>
          <p:nvPr/>
        </p:nvSpPr>
        <p:spPr>
          <a:xfrm>
            <a:off x="2190750" y="5191125"/>
            <a:ext cx="6762750" cy="1428750"/>
          </a:xfrm>
          <a:prstGeom prst="rect">
            <a:avLst/>
          </a:prstGeom>
          <a:solidFill>
            <a:srgbClr val="F2EDF9"/>
          </a:solidFill>
          <a:ln w="11430">
            <a:solidFill>
              <a:srgbClr val="7353A6"/>
            </a:solidFill>
            <a:prstDash val="solid"/>
          </a:ln>
        </p:spPr>
      </p:sp>
      <p:sp>
        <p:nvSpPr>
          <p:cNvPr id="93" name="ctde-panel-header">
            <a:extLst>
              <a:ext uri="{FF2B5EF4-FFF2-40B4-BE49-F238E27FC236}">
                <a16:creationId xmlns:a16="http://schemas.microsoft.com/office/drawing/2014/main" id="{1F5EE02D-E0CD-4ADF-5891-82EDA87C3E64}"/>
              </a:ext>
            </a:extLst>
          </p:cNvPr>
          <p:cNvSpPr>
            <a:spLocks noGrp="1"/>
          </p:cNvSpPr>
          <p:nvPr/>
        </p:nvSpPr>
        <p:spPr>
          <a:xfrm>
            <a:off x="2190750" y="5191125"/>
            <a:ext cx="6762750" cy="247650"/>
          </a:xfrm>
          <a:prstGeom prst="rect">
            <a:avLst/>
          </a:prstGeom>
          <a:solidFill>
            <a:srgbClr val="E7DEF4"/>
          </a:solidFill>
          <a:ln w="11430">
            <a:solidFill>
              <a:srgbClr val="7353A6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1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CTDE training signal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39862818-A19C-91FC-1EA8-691653A6A8AB}"/>
              </a:ext>
            </a:extLst>
          </p:cNvPr>
          <p:cNvSpPr>
            <a:spLocks noGrp="1"/>
          </p:cNvSpPr>
          <p:nvPr/>
        </p:nvSpPr>
        <p:spPr>
          <a:xfrm>
            <a:off x="2343150" y="5600700"/>
            <a:ext cx="1123950" cy="419100"/>
          </a:xfrm>
          <a:prstGeom prst="rect">
            <a:avLst/>
          </a:prstGeom>
          <a:solidFill>
            <a:srgbClr val="FFFFFF"/>
          </a:solidFill>
          <a:ln w="8573">
            <a:solidFill>
              <a:srgbClr val="7353A6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rollout buffer</a:t>
            </a:r>
          </a:p>
          <a:p>
            <a:pPr algn="ctr">
              <a:def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local actions + team rewards</a:t>
            </a:r>
          </a:p>
        </p:txBody>
      </p:sp>
      <p:pic>
        <p:nvPicPr>
          <p:cNvPr id="227" name="图片 226">
            <a:extLst>
              <a:ext uri="{FF2B5EF4-FFF2-40B4-BE49-F238E27FC236}">
                <a16:creationId xmlns:a16="http://schemas.microsoft.com/office/drawing/2014/main" id="{D575C642-8DAA-F745-938E-606253DE1B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838962" y="5553075"/>
            <a:ext cx="685026" cy="533400"/>
          </a:xfrm>
          <a:prstGeom prst="rect">
            <a:avLst/>
          </a:prstGeom>
        </p:spPr>
      </p:pic>
      <p:sp>
        <p:nvSpPr>
          <p:cNvPr id="96" name="矩形 95">
            <a:extLst>
              <a:ext uri="{FF2B5EF4-FFF2-40B4-BE49-F238E27FC236}">
                <a16:creationId xmlns:a16="http://schemas.microsoft.com/office/drawing/2014/main" id="{B4509AD5-AABF-0390-8477-CA7413786E7D}"/>
              </a:ext>
            </a:extLst>
          </p:cNvPr>
          <p:cNvSpPr>
            <a:spLocks noGrp="1"/>
          </p:cNvSpPr>
          <p:nvPr/>
        </p:nvSpPr>
        <p:spPr>
          <a:xfrm>
            <a:off x="4914900" y="5600700"/>
            <a:ext cx="1095375" cy="419100"/>
          </a:xfrm>
          <a:prstGeom prst="rect">
            <a:avLst/>
          </a:prstGeom>
          <a:solidFill>
            <a:srgbClr val="FFFFFF"/>
          </a:solidFill>
          <a:ln w="8573">
            <a:solidFill>
              <a:srgbClr val="7353A6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relation-aware</a:t>
            </a:r>
          </a:p>
          <a:p>
            <a:pPr algn="ctr">
              <a:defRPr sz="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centralized critic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22AD18A-38A5-160C-1F33-42C12B9EA621}"/>
              </a:ext>
            </a:extLst>
          </p:cNvPr>
          <p:cNvSpPr>
            <a:spLocks noGrp="1"/>
          </p:cNvSpPr>
          <p:nvPr/>
        </p:nvSpPr>
        <p:spPr>
          <a:xfrm>
            <a:off x="6143625" y="5600700"/>
            <a:ext cx="971550" cy="419100"/>
          </a:xfrm>
          <a:prstGeom prst="rect">
            <a:avLst/>
          </a:prstGeom>
          <a:solidFill>
            <a:srgbClr val="FFFFFF"/>
          </a:solidFill>
          <a:ln w="8573">
            <a:solidFill>
              <a:srgbClr val="7353A6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stage values</a:t>
            </a:r>
          </a:p>
          <a:p>
            <a:pPr algn="ctr">
              <a:defRPr sz="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V^m / V^s / V^b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B1E67044-45FB-6756-70CD-A1B78DE401F4}"/>
              </a:ext>
            </a:extLst>
          </p:cNvPr>
          <p:cNvSpPr>
            <a:spLocks noGrp="1"/>
          </p:cNvSpPr>
          <p:nvPr/>
        </p:nvSpPr>
        <p:spPr>
          <a:xfrm>
            <a:off x="7248525" y="5600700"/>
            <a:ext cx="781050" cy="419100"/>
          </a:xfrm>
          <a:prstGeom prst="rect">
            <a:avLst/>
          </a:prstGeom>
          <a:solidFill>
            <a:srgbClr val="FFFFFF"/>
          </a:solidFill>
          <a:ln w="8573">
            <a:solidFill>
              <a:srgbClr val="7353A6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stage-chained</a:t>
            </a:r>
          </a:p>
          <a:p>
            <a:pPr algn="ctr">
              <a:defRPr sz="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GAE + PPO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FC40B9D-CDF8-ED64-7048-B60D02AECD68}"/>
              </a:ext>
            </a:extLst>
          </p:cNvPr>
          <p:cNvSpPr>
            <a:spLocks noGrp="1"/>
          </p:cNvSpPr>
          <p:nvPr/>
        </p:nvSpPr>
        <p:spPr>
          <a:xfrm>
            <a:off x="8162925" y="5600700"/>
            <a:ext cx="666750" cy="419100"/>
          </a:xfrm>
          <a:prstGeom prst="rect">
            <a:avLst/>
          </a:prstGeom>
          <a:solidFill>
            <a:srgbClr val="FFFFFF"/>
          </a:solidFill>
          <a:ln w="8573">
            <a:solidFill>
              <a:srgbClr val="7353A6"/>
            </a:solidFill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updated</a:t>
            </a:r>
          </a:p>
          <a:p>
            <a:pPr algn="ctr">
              <a:def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shared actor heads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68AE1723-1528-5DDA-AC19-BA70E0945782}"/>
              </a:ext>
            </a:extLst>
          </p:cNvPr>
          <p:cNvSpPr>
            <a:spLocks noGrp="1"/>
          </p:cNvSpPr>
          <p:nvPr/>
        </p:nvSpPr>
        <p:spPr>
          <a:xfrm>
            <a:off x="2362200" y="6257925"/>
            <a:ext cx="6419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9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critic used only during training; deterministic evaluation uses local actor modules only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441FD1C8-64C5-B57F-CEB1-B0CF90603ABF}"/>
              </a:ext>
            </a:extLst>
          </p:cNvPr>
          <p:cNvSpPr>
            <a:spLocks noGrp="1"/>
          </p:cNvSpPr>
          <p:nvPr/>
        </p:nvSpPr>
        <p:spPr>
          <a:xfrm>
            <a:off x="3462338" y="58054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3BED4EB8-8DE2-7E95-BA13-968FE56022C4}"/>
              </a:ext>
            </a:extLst>
          </p:cNvPr>
          <p:cNvSpPr>
            <a:spLocks noGrp="1"/>
          </p:cNvSpPr>
          <p:nvPr/>
        </p:nvSpPr>
        <p:spPr>
          <a:xfrm>
            <a:off x="3614738" y="58054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EE14EF9B-0C5A-A232-D212-02608EC6B16C}"/>
              </a:ext>
            </a:extLst>
          </p:cNvPr>
          <p:cNvCxnSpPr>
            <a:stCxn id="101" idx="3"/>
            <a:endCxn id="102" idx="1"/>
          </p:cNvCxnSpPr>
          <p:nvPr/>
        </p:nvCxnSpPr>
        <p:spPr>
          <a:xfrm>
            <a:off x="3471863" y="5810251"/>
            <a:ext cx="142875" cy="0"/>
          </a:xfrm>
          <a:prstGeom prst="straightConnector1">
            <a:avLst/>
          </a:prstGeom>
          <a:ln w="13335">
            <a:solidFill>
              <a:srgbClr val="7353A6"/>
            </a:solidFill>
            <a:prstDash val="solid"/>
            <a:tailEnd type="arrow" w="sm" len="sm"/>
          </a:ln>
        </p:spPr>
      </p:cxnSp>
      <p:sp>
        <p:nvSpPr>
          <p:cNvPr id="104" name="矩形 103">
            <a:extLst>
              <a:ext uri="{FF2B5EF4-FFF2-40B4-BE49-F238E27FC236}">
                <a16:creationId xmlns:a16="http://schemas.microsoft.com/office/drawing/2014/main" id="{BCFEEAE1-91FB-8321-BFE8-DB80C9B1947A}"/>
              </a:ext>
            </a:extLst>
          </p:cNvPr>
          <p:cNvSpPr>
            <a:spLocks noGrp="1"/>
          </p:cNvSpPr>
          <p:nvPr/>
        </p:nvSpPr>
        <p:spPr>
          <a:xfrm>
            <a:off x="4738688" y="58054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2F70A084-E9CF-5FEA-628C-1D404B9917A6}"/>
              </a:ext>
            </a:extLst>
          </p:cNvPr>
          <p:cNvSpPr>
            <a:spLocks noGrp="1"/>
          </p:cNvSpPr>
          <p:nvPr/>
        </p:nvSpPr>
        <p:spPr>
          <a:xfrm>
            <a:off x="4910138" y="58054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8" name="直线箭头连接符 237">
            <a:extLst>
              <a:ext uri="{FF2B5EF4-FFF2-40B4-BE49-F238E27FC236}">
                <a16:creationId xmlns:a16="http://schemas.microsoft.com/office/drawing/2014/main" id="{8EF3E785-A553-5FE9-2495-5E3A29592CBB}"/>
              </a:ext>
            </a:extLst>
          </p:cNvPr>
          <p:cNvCxnSpPr>
            <a:stCxn id="104" idx="3"/>
            <a:endCxn id="105" idx="1"/>
          </p:cNvCxnSpPr>
          <p:nvPr/>
        </p:nvCxnSpPr>
        <p:spPr>
          <a:xfrm>
            <a:off x="4748213" y="5810251"/>
            <a:ext cx="161925" cy="0"/>
          </a:xfrm>
          <a:prstGeom prst="straightConnector1">
            <a:avLst/>
          </a:prstGeom>
          <a:ln w="13335">
            <a:solidFill>
              <a:srgbClr val="7353A6"/>
            </a:solidFill>
            <a:prstDash val="solid"/>
            <a:tailEnd type="arrow" w="sm" len="sm"/>
          </a:ln>
        </p:spPr>
      </p:cxnSp>
      <p:sp>
        <p:nvSpPr>
          <p:cNvPr id="107" name="矩形 106">
            <a:extLst>
              <a:ext uri="{FF2B5EF4-FFF2-40B4-BE49-F238E27FC236}">
                <a16:creationId xmlns:a16="http://schemas.microsoft.com/office/drawing/2014/main" id="{C4D49788-A778-BDB8-3C45-1CE9752C8821}"/>
              </a:ext>
            </a:extLst>
          </p:cNvPr>
          <p:cNvSpPr>
            <a:spLocks noGrp="1"/>
          </p:cNvSpPr>
          <p:nvPr/>
        </p:nvSpPr>
        <p:spPr>
          <a:xfrm>
            <a:off x="6005513" y="58054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7330694C-AD07-D8E6-D53D-20069C738EC7}"/>
              </a:ext>
            </a:extLst>
          </p:cNvPr>
          <p:cNvSpPr>
            <a:spLocks noGrp="1"/>
          </p:cNvSpPr>
          <p:nvPr/>
        </p:nvSpPr>
        <p:spPr>
          <a:xfrm>
            <a:off x="6138863" y="58054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41" name="直线箭头连接符 240">
            <a:extLst>
              <a:ext uri="{FF2B5EF4-FFF2-40B4-BE49-F238E27FC236}">
                <a16:creationId xmlns:a16="http://schemas.microsoft.com/office/drawing/2014/main" id="{FB41B2E1-4F29-5D91-D17D-3B6986DD7A3F}"/>
              </a:ext>
            </a:extLst>
          </p:cNvPr>
          <p:cNvCxnSpPr>
            <a:stCxn id="107" idx="3"/>
            <a:endCxn id="108" idx="1"/>
          </p:cNvCxnSpPr>
          <p:nvPr/>
        </p:nvCxnSpPr>
        <p:spPr>
          <a:xfrm>
            <a:off x="6015038" y="5810251"/>
            <a:ext cx="123825" cy="0"/>
          </a:xfrm>
          <a:prstGeom prst="straightConnector1">
            <a:avLst/>
          </a:prstGeom>
          <a:ln w="13335">
            <a:solidFill>
              <a:srgbClr val="7353A6"/>
            </a:solidFill>
            <a:prstDash val="solid"/>
            <a:tailEnd type="arrow" w="sm" len="sm"/>
          </a:ln>
        </p:spPr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35E8EA1A-3CDD-AABC-F2A8-85B36DC8CDEE}"/>
              </a:ext>
            </a:extLst>
          </p:cNvPr>
          <p:cNvSpPr>
            <a:spLocks noGrp="1"/>
          </p:cNvSpPr>
          <p:nvPr/>
        </p:nvSpPr>
        <p:spPr>
          <a:xfrm>
            <a:off x="7110413" y="58054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A2D38C6C-A40E-3A4E-E664-733190323CE0}"/>
              </a:ext>
            </a:extLst>
          </p:cNvPr>
          <p:cNvSpPr>
            <a:spLocks noGrp="1"/>
          </p:cNvSpPr>
          <p:nvPr/>
        </p:nvSpPr>
        <p:spPr>
          <a:xfrm>
            <a:off x="7243763" y="58054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44" name="直线箭头连接符 243">
            <a:extLst>
              <a:ext uri="{FF2B5EF4-FFF2-40B4-BE49-F238E27FC236}">
                <a16:creationId xmlns:a16="http://schemas.microsoft.com/office/drawing/2014/main" id="{5A909529-65FB-D260-C2D2-39EE6DD3FD35}"/>
              </a:ext>
            </a:extLst>
          </p:cNvPr>
          <p:cNvCxnSpPr>
            <a:stCxn id="110" idx="3"/>
            <a:endCxn id="111" idx="1"/>
          </p:cNvCxnSpPr>
          <p:nvPr/>
        </p:nvCxnSpPr>
        <p:spPr>
          <a:xfrm>
            <a:off x="7119938" y="5810251"/>
            <a:ext cx="123825" cy="0"/>
          </a:xfrm>
          <a:prstGeom prst="straightConnector1">
            <a:avLst/>
          </a:prstGeom>
          <a:ln w="13335">
            <a:solidFill>
              <a:srgbClr val="7353A6"/>
            </a:solidFill>
            <a:prstDash val="solid"/>
            <a:tailEnd type="arrow" w="sm" len="sm"/>
          </a:ln>
        </p:spPr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7E5F6C16-7A52-E180-1D7F-4A0469710930}"/>
              </a:ext>
            </a:extLst>
          </p:cNvPr>
          <p:cNvSpPr>
            <a:spLocks noGrp="1"/>
          </p:cNvSpPr>
          <p:nvPr/>
        </p:nvSpPr>
        <p:spPr>
          <a:xfrm>
            <a:off x="8024813" y="58054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562FE66D-3B46-302E-F057-EF0BDD45B826}"/>
              </a:ext>
            </a:extLst>
          </p:cNvPr>
          <p:cNvSpPr>
            <a:spLocks noGrp="1"/>
          </p:cNvSpPr>
          <p:nvPr/>
        </p:nvSpPr>
        <p:spPr>
          <a:xfrm>
            <a:off x="8158163" y="58054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47" name="直线箭头连接符 246">
            <a:extLst>
              <a:ext uri="{FF2B5EF4-FFF2-40B4-BE49-F238E27FC236}">
                <a16:creationId xmlns:a16="http://schemas.microsoft.com/office/drawing/2014/main" id="{C68732A4-3913-B126-CC0F-61EFB83C7911}"/>
              </a:ext>
            </a:extLst>
          </p:cNvPr>
          <p:cNvCxnSpPr>
            <a:stCxn id="113" idx="3"/>
            <a:endCxn id="114" idx="1"/>
          </p:cNvCxnSpPr>
          <p:nvPr/>
        </p:nvCxnSpPr>
        <p:spPr>
          <a:xfrm>
            <a:off x="8034338" y="5810251"/>
            <a:ext cx="123825" cy="0"/>
          </a:xfrm>
          <a:prstGeom prst="straightConnector1">
            <a:avLst/>
          </a:prstGeom>
          <a:ln w="13335">
            <a:solidFill>
              <a:srgbClr val="7353A6"/>
            </a:solidFill>
            <a:prstDash val="solid"/>
            <a:tailEnd type="arrow" w="sm" len="sm"/>
          </a:ln>
        </p:spPr>
      </p:cxnSp>
      <p:sp>
        <p:nvSpPr>
          <p:cNvPr id="116" name="矩形 115">
            <a:extLst>
              <a:ext uri="{FF2B5EF4-FFF2-40B4-BE49-F238E27FC236}">
                <a16:creationId xmlns:a16="http://schemas.microsoft.com/office/drawing/2014/main" id="{990250D0-ED00-B0E8-F9EF-02BB0683CBDF}"/>
              </a:ext>
            </a:extLst>
          </p:cNvPr>
          <p:cNvSpPr>
            <a:spLocks noGrp="1"/>
          </p:cNvSpPr>
          <p:nvPr/>
        </p:nvSpPr>
        <p:spPr>
          <a:xfrm>
            <a:off x="2014538" y="16335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51BDC443-F962-E9BA-7B34-39BA2E27BE28}"/>
              </a:ext>
            </a:extLst>
          </p:cNvPr>
          <p:cNvSpPr>
            <a:spLocks noGrp="1"/>
          </p:cNvSpPr>
          <p:nvPr/>
        </p:nvSpPr>
        <p:spPr>
          <a:xfrm>
            <a:off x="2185988" y="16335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50" name="直线箭头连接符 249">
            <a:extLst>
              <a:ext uri="{FF2B5EF4-FFF2-40B4-BE49-F238E27FC236}">
                <a16:creationId xmlns:a16="http://schemas.microsoft.com/office/drawing/2014/main" id="{21D7F3EE-023A-5EFF-D7FA-71BB4CB021EB}"/>
              </a:ext>
            </a:extLst>
          </p:cNvPr>
          <p:cNvCxnSpPr>
            <a:stCxn id="116" idx="3"/>
            <a:endCxn id="117" idx="1"/>
          </p:cNvCxnSpPr>
          <p:nvPr/>
        </p:nvCxnSpPr>
        <p:spPr>
          <a:xfrm>
            <a:off x="2024063" y="1638301"/>
            <a:ext cx="161925" cy="0"/>
          </a:xfrm>
          <a:prstGeom prst="straightConnector1">
            <a:avLst/>
          </a:prstGeom>
          <a:ln w="16193">
            <a:solidFill>
              <a:srgbClr val="2878B5"/>
            </a:solidFill>
            <a:prstDash val="solid"/>
            <a:tailEnd type="arrow" w="sm" len="sm"/>
          </a:ln>
        </p:spPr>
      </p:cxnSp>
      <p:sp>
        <p:nvSpPr>
          <p:cNvPr id="119" name="矩形 118">
            <a:extLst>
              <a:ext uri="{FF2B5EF4-FFF2-40B4-BE49-F238E27FC236}">
                <a16:creationId xmlns:a16="http://schemas.microsoft.com/office/drawing/2014/main" id="{D9069677-0CCE-44EA-C9BB-07FD0A51CFD3}"/>
              </a:ext>
            </a:extLst>
          </p:cNvPr>
          <p:cNvSpPr>
            <a:spLocks noGrp="1"/>
          </p:cNvSpPr>
          <p:nvPr/>
        </p:nvSpPr>
        <p:spPr>
          <a:xfrm>
            <a:off x="3700463" y="23193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F0C00FEB-4F5D-C0A1-B76D-1915278C33CA}"/>
              </a:ext>
            </a:extLst>
          </p:cNvPr>
          <p:cNvSpPr>
            <a:spLocks noGrp="1"/>
          </p:cNvSpPr>
          <p:nvPr/>
        </p:nvSpPr>
        <p:spPr>
          <a:xfrm>
            <a:off x="4567238" y="24717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53" name="直线箭头连接符 252">
            <a:extLst>
              <a:ext uri="{FF2B5EF4-FFF2-40B4-BE49-F238E27FC236}">
                <a16:creationId xmlns:a16="http://schemas.microsoft.com/office/drawing/2014/main" id="{E2421836-9419-BBF7-346D-5A01661D1AD8}"/>
              </a:ext>
            </a:extLst>
          </p:cNvPr>
          <p:cNvCxnSpPr>
            <a:stCxn id="119" idx="3"/>
            <a:endCxn id="120" idx="1"/>
          </p:cNvCxnSpPr>
          <p:nvPr/>
        </p:nvCxnSpPr>
        <p:spPr>
          <a:xfrm>
            <a:off x="3709988" y="2324101"/>
            <a:ext cx="857250" cy="152400"/>
          </a:xfrm>
          <a:prstGeom prst="straightConnector1">
            <a:avLst/>
          </a:prstGeom>
          <a:ln w="16193">
            <a:solidFill>
              <a:srgbClr val="2878B5"/>
            </a:solidFill>
            <a:prstDash val="solid"/>
            <a:tailEnd type="arrow" w="sm" len="sm"/>
          </a:ln>
        </p:spPr>
      </p:cxnSp>
      <p:cxnSp>
        <p:nvCxnSpPr>
          <p:cNvPr id="254" name="肘形连接符 253">
            <a:extLst>
              <a:ext uri="{FF2B5EF4-FFF2-40B4-BE49-F238E27FC236}">
                <a16:creationId xmlns:a16="http://schemas.microsoft.com/office/drawing/2014/main" id="{49C42DCC-0AC8-2E09-BA29-FA373AE74E9F}"/>
              </a:ext>
            </a:extLst>
          </p:cNvPr>
          <p:cNvCxnSpPr>
            <a:stCxn id="42" idx="3"/>
            <a:endCxn id="56" idx="1"/>
          </p:cNvCxnSpPr>
          <p:nvPr/>
        </p:nvCxnSpPr>
        <p:spPr>
          <a:xfrm flipV="1">
            <a:off x="6686550" y="1257300"/>
            <a:ext cx="485775" cy="2038350"/>
          </a:xfrm>
          <a:prstGeom prst="bentConnector3">
            <a:avLst>
              <a:gd name="adj1" fmla="val 50000"/>
            </a:avLst>
          </a:prstGeom>
          <a:ln w="17145">
            <a:solidFill>
              <a:srgbClr val="E9781F"/>
            </a:solidFill>
            <a:prstDash val="solid"/>
            <a:tailEnd type="arrow" w="sm" len="sm"/>
          </a:ln>
        </p:spPr>
      </p:cxnSp>
      <p:sp>
        <p:nvSpPr>
          <p:cNvPr id="123" name="矩形 122">
            <a:extLst>
              <a:ext uri="{FF2B5EF4-FFF2-40B4-BE49-F238E27FC236}">
                <a16:creationId xmlns:a16="http://schemas.microsoft.com/office/drawing/2014/main" id="{120C42F4-13E4-2502-B45E-547368E1E123}"/>
              </a:ext>
            </a:extLst>
          </p:cNvPr>
          <p:cNvSpPr>
            <a:spLocks noGrp="1"/>
          </p:cNvSpPr>
          <p:nvPr/>
        </p:nvSpPr>
        <p:spPr>
          <a:xfrm>
            <a:off x="7243763" y="49672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8018BDFF-0E2E-DCEF-A0DF-20EBDE28D8DC}"/>
              </a:ext>
            </a:extLst>
          </p:cNvPr>
          <p:cNvSpPr>
            <a:spLocks noGrp="1"/>
          </p:cNvSpPr>
          <p:nvPr/>
        </p:nvSpPr>
        <p:spPr>
          <a:xfrm>
            <a:off x="1109663" y="504348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57" name="肘形连接符 256">
            <a:extLst>
              <a:ext uri="{FF2B5EF4-FFF2-40B4-BE49-F238E27FC236}">
                <a16:creationId xmlns:a16="http://schemas.microsoft.com/office/drawing/2014/main" id="{1CD1F8C5-7F51-72D2-F9D1-2A33E6F08A84}"/>
              </a:ext>
            </a:extLst>
          </p:cNvPr>
          <p:cNvCxnSpPr>
            <a:stCxn id="123" idx="1"/>
            <a:endCxn id="124" idx="0"/>
          </p:cNvCxnSpPr>
          <p:nvPr/>
        </p:nvCxnSpPr>
        <p:spPr>
          <a:xfrm flipH="1">
            <a:off x="1114426" y="4972051"/>
            <a:ext cx="6129338" cy="71438"/>
          </a:xfrm>
          <a:prstGeom prst="bentConnector2">
            <a:avLst/>
          </a:prstGeom>
          <a:ln w="12383">
            <a:solidFill>
              <a:srgbClr val="2878B5"/>
            </a:solidFill>
            <a:prstDash val="dash"/>
            <a:tailEnd type="arrow" w="sm" len="sm"/>
          </a:ln>
        </p:spPr>
      </p:cxnSp>
      <p:sp>
        <p:nvSpPr>
          <p:cNvPr id="126" name="矩形 125">
            <a:extLst>
              <a:ext uri="{FF2B5EF4-FFF2-40B4-BE49-F238E27FC236}">
                <a16:creationId xmlns:a16="http://schemas.microsoft.com/office/drawing/2014/main" id="{95D9C9E7-F977-AD7D-D5C9-E415619DFB5F}"/>
              </a:ext>
            </a:extLst>
          </p:cNvPr>
          <p:cNvSpPr>
            <a:spLocks noGrp="1"/>
          </p:cNvSpPr>
          <p:nvPr/>
        </p:nvSpPr>
        <p:spPr>
          <a:xfrm>
            <a:off x="2871788" y="3652838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5588CA6B-3290-8F03-75CB-DD0BD7F70153}"/>
              </a:ext>
            </a:extLst>
          </p:cNvPr>
          <p:cNvSpPr>
            <a:spLocks noGrp="1"/>
          </p:cNvSpPr>
          <p:nvPr/>
        </p:nvSpPr>
        <p:spPr>
          <a:xfrm>
            <a:off x="7519988" y="55864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60" name="肘形连接符 259">
            <a:extLst>
              <a:ext uri="{FF2B5EF4-FFF2-40B4-BE49-F238E27FC236}">
                <a16:creationId xmlns:a16="http://schemas.microsoft.com/office/drawing/2014/main" id="{92913948-9FAF-64F4-D2B7-1C3F236FA2AA}"/>
              </a:ext>
            </a:extLst>
          </p:cNvPr>
          <p:cNvCxnSpPr>
            <a:stCxn id="126" idx="2"/>
            <a:endCxn id="127" idx="0"/>
          </p:cNvCxnSpPr>
          <p:nvPr/>
        </p:nvCxnSpPr>
        <p:spPr>
          <a:xfrm>
            <a:off x="2876551" y="3662363"/>
            <a:ext cx="4648200" cy="1924050"/>
          </a:xfrm>
          <a:prstGeom prst="bentConnector4">
            <a:avLst>
              <a:gd name="adj1" fmla="val 0"/>
              <a:gd name="adj2" fmla="val 50000"/>
            </a:avLst>
          </a:prstGeom>
          <a:ln w="12383">
            <a:solidFill>
              <a:srgbClr val="C82423"/>
            </a:solidFill>
            <a:prstDash val="dash"/>
            <a:tailEnd type="arrow" w="sm" len="sm"/>
          </a:ln>
        </p:spPr>
      </p:cxnSp>
      <p:sp>
        <p:nvSpPr>
          <p:cNvPr id="129" name="矩形 128">
            <a:extLst>
              <a:ext uri="{FF2B5EF4-FFF2-40B4-BE49-F238E27FC236}">
                <a16:creationId xmlns:a16="http://schemas.microsoft.com/office/drawing/2014/main" id="{6D6FF321-6278-38F8-BE77-D142370071B0}"/>
              </a:ext>
            </a:extLst>
          </p:cNvPr>
          <p:cNvSpPr>
            <a:spLocks noGrp="1"/>
          </p:cNvSpPr>
          <p:nvPr/>
        </p:nvSpPr>
        <p:spPr>
          <a:xfrm>
            <a:off x="2857500" y="4819650"/>
            <a:ext cx="1123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/>
          <a:lstStyle/>
          <a:p>
            <a:pPr algn="ctr">
              <a:def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safe-action imitation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19BCBCAF-B890-4294-3D00-202E1CAB891F}"/>
              </a:ext>
            </a:extLst>
          </p:cNvPr>
          <p:cNvSpPr>
            <a:spLocks noGrp="1"/>
          </p:cNvSpPr>
          <p:nvPr/>
        </p:nvSpPr>
        <p:spPr>
          <a:xfrm>
            <a:off x="8567738" y="558641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4A05833B-B72E-9624-9AD3-4D753D61B2CE}"/>
              </a:ext>
            </a:extLst>
          </p:cNvPr>
          <p:cNvSpPr>
            <a:spLocks noGrp="1"/>
          </p:cNvSpPr>
          <p:nvPr/>
        </p:nvSpPr>
        <p:spPr>
          <a:xfrm>
            <a:off x="6281738" y="4995863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64" name="肘形连接符 263">
            <a:extLst>
              <a:ext uri="{FF2B5EF4-FFF2-40B4-BE49-F238E27FC236}">
                <a16:creationId xmlns:a16="http://schemas.microsoft.com/office/drawing/2014/main" id="{7A79012C-615C-9A58-622E-70D701AACB84}"/>
              </a:ext>
            </a:extLst>
          </p:cNvPr>
          <p:cNvCxnSpPr>
            <a:stCxn id="130" idx="0"/>
            <a:endCxn id="131" idx="2"/>
          </p:cNvCxnSpPr>
          <p:nvPr/>
        </p:nvCxnSpPr>
        <p:spPr>
          <a:xfrm flipH="1" flipV="1">
            <a:off x="6286501" y="5005388"/>
            <a:ext cx="2286000" cy="581025"/>
          </a:xfrm>
          <a:prstGeom prst="bentConnector4">
            <a:avLst>
              <a:gd name="adj1" fmla="val 0"/>
              <a:gd name="adj2" fmla="val 50000"/>
            </a:avLst>
          </a:prstGeom>
          <a:ln w="12383">
            <a:solidFill>
              <a:srgbClr val="7353A6"/>
            </a:solidFill>
            <a:prstDash val="dash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073126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view-title">
            <a:extLst>
              <a:ext uri="{FF2B5EF4-FFF2-40B4-BE49-F238E27FC236}">
                <a16:creationId xmlns:a16="http://schemas.microsoft.com/office/drawing/2014/main" id="{99191996-8CEB-437A-AD44-02CD8DB193FC}"/>
              </a:ext>
            </a:extLst>
          </p:cNvPr>
          <p:cNvSpPr>
            <a:spLocks noGrp="1"/>
          </p:cNvSpPr>
          <p:nvPr/>
        </p:nvSpPr>
        <p:spPr>
          <a:xfrm>
            <a:off x="323850" y="171450"/>
            <a:ext cx="849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Mini-Diagram Semantic Review Sheet</a:t>
            </a:r>
          </a:p>
        </p:txBody>
      </p:sp>
      <p:sp>
        <p:nvSpPr>
          <p:cNvPr id="2" name="review-note">
            <a:extLst>
              <a:ext uri="{FF2B5EF4-FFF2-40B4-BE49-F238E27FC236}">
                <a16:creationId xmlns:a16="http://schemas.microsoft.com/office/drawing/2014/main" id="{6B82FE0A-30ED-4863-9BEC-EA4B12DFF158}"/>
              </a:ext>
            </a:extLst>
          </p:cNvPr>
          <p:cNvSpPr>
            <a:spLocks noGrp="1"/>
          </p:cNvSpPr>
          <p:nvPr/>
        </p:nvSpPr>
        <p:spPr>
          <a:xfrm>
            <a:off x="323850" y="457200"/>
            <a:ext cx="849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86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Raster concept sheet for mechanism meaning only; final approved elements can be redrawn as editable vectors.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819150"/>
            <a:ext cx="8001000" cy="5334000"/>
          </a:xfrm>
          <a:prstGeom prst="rect">
            <a:avLst/>
          </a:prstGeom>
        </p:spPr>
      </p:pic>
      <p:sp>
        <p:nvSpPr>
          <p:cNvPr id="4" name="concept-label-0">
            <a:extLst>
              <a:ext uri="{FF2B5EF4-FFF2-40B4-BE49-F238E27FC236}">
                <a16:creationId xmlns:a16="http://schemas.microsoft.com/office/drawing/2014/main" id="{E0D5AB03-7560-40DB-950D-BB8F754A4F50}"/>
              </a:ext>
            </a:extLst>
          </p:cNvPr>
          <p:cNvSpPr>
            <a:spLocks noGrp="1"/>
          </p:cNvSpPr>
          <p:nvPr/>
        </p:nvSpPr>
        <p:spPr>
          <a:xfrm>
            <a:off x="523875" y="8763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8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attention</a:t>
            </a:r>
          </a:p>
        </p:txBody>
      </p:sp>
      <p:sp>
        <p:nvSpPr>
          <p:cNvPr id="5" name="concept-label-1">
            <a:extLst>
              <a:ext uri="{FF2B5EF4-FFF2-40B4-BE49-F238E27FC236}">
                <a16:creationId xmlns:a16="http://schemas.microsoft.com/office/drawing/2014/main" id="{ADF7DF82-DAF1-46D1-BAFF-E86AAEEEB143}"/>
              </a:ext>
            </a:extLst>
          </p:cNvPr>
          <p:cNvSpPr>
            <a:spLocks noGrp="1"/>
          </p:cNvSpPr>
          <p:nvPr/>
        </p:nvSpPr>
        <p:spPr>
          <a:xfrm>
            <a:off x="3324225" y="8763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8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safety</a:t>
            </a:r>
          </a:p>
        </p:txBody>
      </p:sp>
      <p:sp>
        <p:nvSpPr>
          <p:cNvPr id="6" name="concept-label-2">
            <a:extLst>
              <a:ext uri="{FF2B5EF4-FFF2-40B4-BE49-F238E27FC236}">
                <a16:creationId xmlns:a16="http://schemas.microsoft.com/office/drawing/2014/main" id="{A1189721-87D6-4D4F-B534-E3ADCEC73B5C}"/>
              </a:ext>
            </a:extLst>
          </p:cNvPr>
          <p:cNvSpPr>
            <a:spLocks noGrp="1"/>
          </p:cNvSpPr>
          <p:nvPr/>
        </p:nvSpPr>
        <p:spPr>
          <a:xfrm>
            <a:off x="6124575" y="8763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8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topology refresh</a:t>
            </a:r>
          </a:p>
        </p:txBody>
      </p:sp>
      <p:sp>
        <p:nvSpPr>
          <p:cNvPr id="7" name="concept-label-3">
            <a:extLst>
              <a:ext uri="{FF2B5EF4-FFF2-40B4-BE49-F238E27FC236}">
                <a16:creationId xmlns:a16="http://schemas.microsoft.com/office/drawing/2014/main" id="{E425F48F-AF4F-46F1-9B5D-874197A81E36}"/>
              </a:ext>
            </a:extLst>
          </p:cNvPr>
          <p:cNvSpPr>
            <a:spLocks noGrp="1"/>
          </p:cNvSpPr>
          <p:nvPr/>
        </p:nvSpPr>
        <p:spPr>
          <a:xfrm>
            <a:off x="523875" y="35433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8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satellite subset</a:t>
            </a:r>
          </a:p>
        </p:txBody>
      </p:sp>
      <p:sp>
        <p:nvSpPr>
          <p:cNvPr id="8" name="concept-label-4">
            <a:extLst>
              <a:ext uri="{FF2B5EF4-FFF2-40B4-BE49-F238E27FC236}">
                <a16:creationId xmlns:a16="http://schemas.microsoft.com/office/drawing/2014/main" id="{DFFCB685-2A20-4EFB-BA05-5BE7CC156B8E}"/>
              </a:ext>
            </a:extLst>
          </p:cNvPr>
          <p:cNvSpPr>
            <a:spLocks noGrp="1"/>
          </p:cNvSpPr>
          <p:nvPr/>
        </p:nvSpPr>
        <p:spPr>
          <a:xfrm>
            <a:off x="3324225" y="35433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8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bandwidth allocation</a:t>
            </a:r>
          </a:p>
        </p:txBody>
      </p:sp>
      <p:sp>
        <p:nvSpPr>
          <p:cNvPr id="9" name="concept-label-5">
            <a:extLst>
              <a:ext uri="{FF2B5EF4-FFF2-40B4-BE49-F238E27FC236}">
                <a16:creationId xmlns:a16="http://schemas.microsoft.com/office/drawing/2014/main" id="{1E50920C-F353-4213-B38E-89F10827AD3E}"/>
              </a:ext>
            </a:extLst>
          </p:cNvPr>
          <p:cNvSpPr>
            <a:spLocks noGrp="1"/>
          </p:cNvSpPr>
          <p:nvPr/>
        </p:nvSpPr>
        <p:spPr>
          <a:xfrm>
            <a:off x="6124575" y="35433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8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relation critic</a:t>
            </a:r>
          </a:p>
        </p:txBody>
      </p:sp>
    </p:spTree>
    <p:extLst>
      <p:ext uri="{BB962C8B-B14F-4D97-AF65-F5344CB8AC3E}">
        <p14:creationId xmlns:p14="http://schemas.microsoft.com/office/powerpoint/2010/main" val="20643409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464</Words>
  <Application>Microsoft Macintosh PowerPoint</Application>
  <DocSecurity>0</DocSecurity>
  <PresentationFormat>全屏显示(4:3)</PresentationFormat>
  <Paragraphs>176</Paragraphs>
  <Slides>5</Slides>
  <Notes>5</Notes>
  <HiddenSlides>2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 Math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冠宇 施</cp:lastModifiedBy>
  <cp:revision>4</cp:revision>
  <dcterms:created xsi:type="dcterms:W3CDTF">2026-08-26T15:36:08Z</dcterms:created>
  <dcterms:modified xsi:type="dcterms:W3CDTF">2026-08-27T08:21:01Z</dcterms:modified>
</cp:coreProperties>
</file>