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Microsoft YaHei"/>
              </a:rPr>
              <a:t>地面用户热点模式与重要性采样实验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481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F5F5F"/>
                </a:solidFill>
                <a:latin typeface="Microsoft YaHei"/>
              </a:rPr>
              <a:t>两件独立内容：环境设置 + 训练采样实验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331720"/>
            <a:ext cx="5074920" cy="2194560"/>
          </a:xfrm>
          <a:prstGeom prst="rect">
            <a:avLst/>
          </a:prstGeom>
          <a:solidFill>
            <a:srgbClr val="F8F8F8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3" y="2441448"/>
            <a:ext cx="4782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F5F5F"/>
                </a:solidFill>
                <a:latin typeface="Microsoft YaHei"/>
              </a:rPr>
              <a:t>内容一：热点模式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3" y="2788920"/>
            <a:ext cx="4782312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Microsoft YaHei"/>
              </a:rPr>
              <a:t>3UAV / 20GU
空间簇 + 持续热点
此前主结果已使用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2331720"/>
            <a:ext cx="5074920" cy="2194560"/>
          </a:xfrm>
          <a:prstGeom prst="rect">
            <a:avLst/>
          </a:prstGeom>
          <a:solidFill>
            <a:srgbClr val="F8F8F8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9944" y="2441448"/>
            <a:ext cx="4782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F5F5F"/>
                </a:solidFill>
                <a:latin typeface="Microsoft YaHei"/>
              </a:rPr>
              <a:t>内容二：重要性采样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9944" y="2788920"/>
            <a:ext cx="4782312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Microsoft YaHei"/>
              </a:rPr>
              <a:t>actor update 抽半 batch
按 priority 重采样
当前默认关闭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897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结论：热点模式保留；重要性采样默认关闭。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F5F5F"/>
                </a:solidFill>
                <a:latin typeface="Microsoft YaHei"/>
              </a:rPr>
              <a:t>内容一：热点模式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Microsoft YaHei"/>
              </a:rPr>
              <a:t>地面用户空间分布与热点生成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10972800" cy="18288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3383280" cy="1481328"/>
          </a:xfrm>
          <a:prstGeom prst="rect">
            <a:avLst/>
          </a:prstGeom>
          <a:solidFill>
            <a:srgbClr val="F8F8F8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645919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F5F5F"/>
                </a:solidFill>
                <a:latin typeface="Microsoft YaHei"/>
              </a:rPr>
              <a:t>空间分布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993391"/>
            <a:ext cx="309067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icrosoft YaHei"/>
              </a:rPr>
              <a:t>3 个 GU 簇
std = 80 m
簇中心最小距 = 700 m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536192"/>
            <a:ext cx="3383280" cy="1481328"/>
          </a:xfrm>
          <a:prstGeom prst="rect">
            <a:avLst/>
          </a:prstGeom>
          <a:solidFill>
            <a:srgbClr val="F8F8F8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1645919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F5F5F"/>
                </a:solidFill>
                <a:latin typeface="Microsoft YaHei"/>
              </a:rPr>
              <a:t>热点子集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1993391"/>
            <a:ext cx="309067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icrosoft YaHei"/>
              </a:rPr>
              <a:t>20 个候选子集
每个子集 10 个 GU
由当局 GU 位置生成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536192"/>
            <a:ext cx="3383280" cy="1481328"/>
          </a:xfrm>
          <a:prstGeom prst="rect">
            <a:avLst/>
          </a:prstGeom>
          <a:solidFill>
            <a:srgbClr val="F8F8F8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4" y="1645919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F5F5F"/>
                </a:solidFill>
                <a:latin typeface="Microsoft YaHei"/>
              </a:rPr>
              <a:t>动态切换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1993391"/>
            <a:ext cx="309067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icrosoft YaHei"/>
              </a:rPr>
              <a:t>热点平均持续 20 step
关闭后平均 1 step
切换到其他热点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93008"/>
            <a:ext cx="10561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000000"/>
                </a:solidFill>
                <a:latin typeface="Microsoft YaHei"/>
              </a:defRPr>
            </a:pPr>
            <a:r>
              <a:t>热点子集不是固定用户编号：每个 episode reset 时 GU 位置重新生成，候选热点子集也重新生成。</a:t>
            </a:r>
          </a:p>
          <a:p>
            <a:pPr>
              <a:spcAft>
                <a:spcPts val="1000"/>
              </a:spcAft>
              <a:defRPr sz="2100">
                <a:solidFill>
                  <a:srgbClr val="000000"/>
                </a:solidFill>
                <a:latin typeface="Microsoft YaHei"/>
              </a:defRPr>
            </a:pPr>
            <a:r>
              <a:t>episode 内部当前激活热点会随时间切换，因此不同时间段高业务 GU 集合不同。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F5F5F"/>
                </a:solidFill>
                <a:latin typeface="Microsoft YaHei"/>
              </a:rPr>
              <a:t>内容一：热点模式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Microsoft YaHei"/>
              </a:rPr>
              <a:t>热点流量含义：局部拥塞，不增加总业务量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10972800" cy="18288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600200"/>
          <a:ext cx="104241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5669280"/>
              </a:tblGrid>
              <a:tr h="47244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rho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热点 GU 到达权重更高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arrival mean preserve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保持全体 GU 平均到达强度不变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3520440"/>
            <a:ext cx="10698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Microsoft YaHei"/>
              </a:defRPr>
            </a:pPr>
            <a:r>
              <a:t>热点模式改变业务在 GU 之间的分布：热点 GU 更多，非热点 GU 更少。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Microsoft YaHei"/>
              </a:defRPr>
            </a:pPr>
            <a:r>
              <a:t>系统总平均到达强度基本保持不变，所以不是简单把总业务量放大。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Microsoft YaHei"/>
              </a:defRPr>
            </a:pPr>
            <a:r>
              <a:t>此前 K=5 / no-grow 主结果已经使用这套热点模式。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F5F5F"/>
                </a:solidFill>
                <a:latin typeface="Microsoft YaHei"/>
              </a:rPr>
              <a:t>内容二：重要性采样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Microsoft YaHei"/>
              </a:rPr>
              <a:t>actor update：从全 batch 改为按 priority 抽半 batch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10972800" cy="18288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每个 stage 独立计算 row priority，并从当前 batch 抽取 50% row 更新 actor。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2331720"/>
          <a:ext cx="104241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68580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公式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priority = |A| × score_norm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A 是 advantage；score_norm 是 log π(a|s) 对分布输出参数的梯度范数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8680" y="3977639"/>
          <a:ext cx="104241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4124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分布输出参数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Accel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高斯分布的 mu / log_std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合法卫星子集的 categorical logits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valid GU score logits、tau raw、kappa raw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59893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直观含义：优先抽取 advantage 大、且当前策略分布容易被该样本推动的 row。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F5F5F"/>
                </a:solidFill>
                <a:latin typeface="Microsoft YaHei"/>
              </a:rPr>
              <a:t>内容二：重要性采样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Microsoft YaHei"/>
              </a:rPr>
              <a:t>实验结果：没有效果收益，也没有速度收益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10972800" cy="18288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600200"/>
          <a:ext cx="5257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episode reward 最高值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K=5 / no-grow 基线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51.96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加重要性采样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44.94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3429000"/>
          <a:ext cx="99669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828800"/>
                <a:gridCol w="182880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collect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critic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actor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重要性采样关闭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13.3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117.4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10.0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140.7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重要性采样开启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12.8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117.5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11.7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142.1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34924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  <a:r>
              <a:t>速度原因：虽然 actor loss 只用一半 row，但仍需对整个 batch 计算 priority 和 score_norm；总耗时又主要在 critic。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  <a:r>
              <a:t>结论：重要性采样默认关闭。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